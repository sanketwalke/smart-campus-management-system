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4" r:id="rId9"/>
    <p:sldId id="275"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a:tcStyle>
        <a:tcBdr/>
        <a:fill>
          <a:solidFill>
            <a:srgbClr val="E7E9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a:tcStyle>
        <a:tcBdr/>
        <a:fill>
          <a:solidFill>
            <a:srgbClr val="E7EA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0" name="Shape 190"/>
          <p:cNvSpPr>
            <a:spLocks noGrp="1" noRot="1" noChangeAspect="1"/>
          </p:cNvSpPr>
          <p:nvPr>
            <p:ph type="sldImg"/>
          </p:nvPr>
        </p:nvSpPr>
        <p:spPr>
          <a:xfrm>
            <a:off x="1143000" y="685800"/>
            <a:ext cx="4572000" cy="3429000"/>
          </a:xfrm>
          <a:prstGeom prst="rect">
            <a:avLst/>
          </a:prstGeom>
        </p:spPr>
        <p:txBody>
          <a:bodyPr/>
          <a:lstStyle/>
          <a:p>
            <a:endParaRPr/>
          </a:p>
        </p:txBody>
      </p:sp>
      <p:sp>
        <p:nvSpPr>
          <p:cNvPr id="191" name="Shape 19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a:defRPr>
    </a:lvl1pPr>
    <a:lvl2pPr indent="228600" latinLnBrk="0">
      <a:defRPr sz="1200">
        <a:latin typeface="+mn-lt"/>
        <a:ea typeface="+mn-ea"/>
        <a:cs typeface="+mn-cs"/>
        <a:sym typeface="Aptos"/>
      </a:defRPr>
    </a:lvl2pPr>
    <a:lvl3pPr indent="457200" latinLnBrk="0">
      <a:defRPr sz="1200">
        <a:latin typeface="+mn-lt"/>
        <a:ea typeface="+mn-ea"/>
        <a:cs typeface="+mn-cs"/>
        <a:sym typeface="Aptos"/>
      </a:defRPr>
    </a:lvl3pPr>
    <a:lvl4pPr indent="685800" latinLnBrk="0">
      <a:defRPr sz="1200">
        <a:latin typeface="+mn-lt"/>
        <a:ea typeface="+mn-ea"/>
        <a:cs typeface="+mn-cs"/>
        <a:sym typeface="Aptos"/>
      </a:defRPr>
    </a:lvl4pPr>
    <a:lvl5pPr indent="914400" latinLnBrk="0">
      <a:defRPr sz="1200">
        <a:latin typeface="+mn-lt"/>
        <a:ea typeface="+mn-ea"/>
        <a:cs typeface="+mn-cs"/>
        <a:sym typeface="Aptos"/>
      </a:defRPr>
    </a:lvl5pPr>
    <a:lvl6pPr indent="1143000" latinLnBrk="0">
      <a:defRPr sz="1200">
        <a:latin typeface="+mn-lt"/>
        <a:ea typeface="+mn-ea"/>
        <a:cs typeface="+mn-cs"/>
        <a:sym typeface="Aptos"/>
      </a:defRPr>
    </a:lvl6pPr>
    <a:lvl7pPr indent="1371600" latinLnBrk="0">
      <a:defRPr sz="1200">
        <a:latin typeface="+mn-lt"/>
        <a:ea typeface="+mn-ea"/>
        <a:cs typeface="+mn-cs"/>
        <a:sym typeface="Aptos"/>
      </a:defRPr>
    </a:lvl7pPr>
    <a:lvl8pPr indent="1600200" latinLnBrk="0">
      <a:defRPr sz="1200">
        <a:latin typeface="+mn-lt"/>
        <a:ea typeface="+mn-ea"/>
        <a:cs typeface="+mn-cs"/>
        <a:sym typeface="Aptos"/>
      </a:defRPr>
    </a:lvl8pPr>
    <a:lvl9pPr indent="1828800" latinLnBrk="0">
      <a:defRPr sz="1200">
        <a:latin typeface="+mn-lt"/>
        <a:ea typeface="+mn-ea"/>
        <a:cs typeface="+mn-cs"/>
        <a:sym typeface="Apto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757575"/>
                </a:solidFill>
              </a:defRPr>
            </a:lvl1pPr>
            <a:lvl2pPr marL="0" indent="457200">
              <a:buSzTx/>
              <a:buFontTx/>
              <a:buNone/>
              <a:defRPr sz="2400">
                <a:solidFill>
                  <a:srgbClr val="757575"/>
                </a:solidFill>
              </a:defRPr>
            </a:lvl2pPr>
            <a:lvl3pPr marL="0" indent="914400">
              <a:buSzTx/>
              <a:buFontTx/>
              <a:buNone/>
              <a:defRPr sz="2400">
                <a:solidFill>
                  <a:srgbClr val="757575"/>
                </a:solidFill>
              </a:defRPr>
            </a:lvl3pPr>
            <a:lvl4pPr marL="0" indent="1371600">
              <a:buSzTx/>
              <a:buFontTx/>
              <a:buNone/>
              <a:defRPr sz="2400">
                <a:solidFill>
                  <a:srgbClr val="757575"/>
                </a:solidFill>
              </a:defRPr>
            </a:lvl4pPr>
            <a:lvl5pPr marL="0" indent="1828800">
              <a:buSzTx/>
              <a:buFontTx/>
              <a:buNone/>
              <a:defRPr sz="2400">
                <a:solidFill>
                  <a:srgbClr val="757575"/>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9"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92" name="Title Text"/>
          <p:cNvSpPr txBox="1">
            <a:spLocks noGrp="1"/>
          </p:cNvSpPr>
          <p:nvPr>
            <p:ph type="title"/>
          </p:nvPr>
        </p:nvSpPr>
        <p:spPr>
          <a:prstGeom prst="rect">
            <a:avLst/>
          </a:prstGeom>
        </p:spPr>
        <p:txBody>
          <a:bodyPr/>
          <a:lstStyle/>
          <a:p>
            <a:r>
              <a:t>Title Text</a:t>
            </a:r>
          </a:p>
        </p:txBody>
      </p:sp>
      <p:sp>
        <p:nvSpPr>
          <p:cNvPr id="9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0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0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10" name="Title Text"/>
          <p:cNvSpPr txBox="1">
            <a:spLocks noGrp="1"/>
          </p:cNvSpPr>
          <p:nvPr>
            <p:ph type="title"/>
          </p:nvPr>
        </p:nvSpPr>
        <p:spPr>
          <a:prstGeom prst="rect">
            <a:avLst/>
          </a:prstGeom>
        </p:spPr>
        <p:txBody>
          <a:bodyPr/>
          <a:lstStyle/>
          <a:p>
            <a:r>
              <a:t>Title Text</a:t>
            </a:r>
          </a:p>
        </p:txBody>
      </p:sp>
      <p:sp>
        <p:nvSpPr>
          <p:cNvPr id="11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11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12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757575"/>
                </a:solidFill>
              </a:defRPr>
            </a:lvl1pPr>
            <a:lvl2pPr marL="0" indent="457200">
              <a:buSzTx/>
              <a:buFontTx/>
              <a:buNone/>
              <a:defRPr sz="2400">
                <a:solidFill>
                  <a:srgbClr val="757575"/>
                </a:solidFill>
              </a:defRPr>
            </a:lvl2pPr>
            <a:lvl3pPr marL="0" indent="914400">
              <a:buSzTx/>
              <a:buFontTx/>
              <a:buNone/>
              <a:defRPr sz="2400">
                <a:solidFill>
                  <a:srgbClr val="757575"/>
                </a:solidFill>
              </a:defRPr>
            </a:lvl3pPr>
            <a:lvl4pPr marL="0" indent="1371600">
              <a:buSzTx/>
              <a:buFontTx/>
              <a:buNone/>
              <a:defRPr sz="2400">
                <a:solidFill>
                  <a:srgbClr val="757575"/>
                </a:solidFill>
              </a:defRPr>
            </a:lvl4pPr>
            <a:lvl5pPr marL="0" indent="1828800">
              <a:buSzTx/>
              <a:buFontTx/>
              <a:buNone/>
              <a:defRPr sz="2400">
                <a:solidFill>
                  <a:srgbClr val="757575"/>
                </a:solidFill>
              </a:defRPr>
            </a:lvl5pPr>
          </a:lstStyle>
          <a:p>
            <a:r>
              <a:t>Body Level One</a:t>
            </a:r>
          </a:p>
          <a:p>
            <a:pPr lvl="1"/>
            <a:r>
              <a:t>Body Level Two</a:t>
            </a:r>
          </a:p>
          <a:p>
            <a:pPr lvl="2"/>
            <a:r>
              <a:t>Body Level Three</a:t>
            </a:r>
          </a:p>
          <a:p>
            <a:pPr lvl="3"/>
            <a:r>
              <a:t>Body Level Four</a:t>
            </a:r>
          </a:p>
          <a:p>
            <a:pPr lvl="4"/>
            <a:r>
              <a:t>Body Level Five</a:t>
            </a:r>
          </a:p>
        </p:txBody>
      </p:sp>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128" name="Title Text"/>
          <p:cNvSpPr txBox="1">
            <a:spLocks noGrp="1"/>
          </p:cNvSpPr>
          <p:nvPr>
            <p:ph type="title"/>
          </p:nvPr>
        </p:nvSpPr>
        <p:spPr>
          <a:prstGeom prst="rect">
            <a:avLst/>
          </a:prstGeom>
        </p:spPr>
        <p:txBody>
          <a:bodyPr/>
          <a:lstStyle/>
          <a:p>
            <a:r>
              <a:t>Title Text</a:t>
            </a:r>
          </a:p>
        </p:txBody>
      </p:sp>
      <p:sp>
        <p:nvSpPr>
          <p:cNvPr id="12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13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13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3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1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147" name="Title Text"/>
          <p:cNvSpPr txBox="1">
            <a:spLocks noGrp="1"/>
          </p:cNvSpPr>
          <p:nvPr>
            <p:ph type="title"/>
          </p:nvPr>
        </p:nvSpPr>
        <p:spPr>
          <a:prstGeom prst="rect">
            <a:avLst/>
          </a:prstGeom>
        </p:spPr>
        <p:txBody>
          <a:bodyPr/>
          <a:lstStyle/>
          <a:p>
            <a:r>
              <a:t>Title Text</a:t>
            </a:r>
          </a:p>
        </p:txBody>
      </p:sp>
      <p:sp>
        <p:nvSpPr>
          <p:cNvPr id="1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16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16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164" name="Text Placeholder 3"/>
          <p:cNvSpPr>
            <a:spLocks noGrp="1"/>
          </p:cNvSpPr>
          <p:nvPr>
            <p:ph type="body" sz="quarter" idx="21"/>
          </p:nvPr>
        </p:nvSpPr>
        <p:spPr>
          <a:xfrm>
            <a:off x="839787" y="2057400"/>
            <a:ext cx="3932239" cy="3811588"/>
          </a:xfrm>
          <a:prstGeom prst="rect">
            <a:avLst/>
          </a:prstGeom>
        </p:spPr>
        <p:txBody>
          <a:bodyPr/>
          <a:lstStyle/>
          <a:p>
            <a:pPr marL="0" indent="0">
              <a:buSzTx/>
              <a:buFontTx/>
              <a:buNone/>
              <a:defRPr sz="1600"/>
            </a:pPr>
            <a:endParaRPr/>
          </a:p>
        </p:txBody>
      </p:sp>
      <p:sp>
        <p:nvSpPr>
          <p:cNvPr id="1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1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17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17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182" name="Title Text"/>
          <p:cNvSpPr txBox="1">
            <a:spLocks noGrp="1"/>
          </p:cNvSpPr>
          <p:nvPr>
            <p:ph type="title"/>
          </p:nvPr>
        </p:nvSpPr>
        <p:spPr>
          <a:prstGeom prst="rect">
            <a:avLst/>
          </a:prstGeom>
        </p:spPr>
        <p:txBody>
          <a:bodyPr/>
          <a:lstStyle/>
          <a:p>
            <a:r>
              <a:t>Title Text</a:t>
            </a:r>
          </a:p>
        </p:txBody>
      </p:sp>
      <p:sp>
        <p:nvSpPr>
          <p:cNvPr id="18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80144" y="6404292"/>
            <a:ext cx="273657" cy="269241"/>
          </a:xfrm>
          <a:prstGeom prst="rect">
            <a:avLst/>
          </a:prstGeom>
          <a:ln w="12700">
            <a:miter lim="400000"/>
          </a:ln>
        </p:spPr>
        <p:txBody>
          <a:bodyPr wrap="none" lIns="45719" rIns="45719" anchor="ctr">
            <a:spAutoFit/>
          </a:bodyPr>
          <a:lstStyle>
            <a:lvl1pPr algn="r">
              <a:defRPr sz="1200">
                <a:solidFill>
                  <a:srgbClr val="757575"/>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object 2"/>
          <p:cNvSpPr/>
          <p:nvPr/>
        </p:nvSpPr>
        <p:spPr>
          <a:xfrm>
            <a:off x="255904" y="-12124"/>
            <a:ext cx="11679985" cy="6510823"/>
          </a:xfrm>
          <a:prstGeom prst="rect">
            <a:avLst/>
          </a:prstGeom>
          <a:solidFill>
            <a:srgbClr val="D14625"/>
          </a:solidFill>
          <a:ln w="12700">
            <a:miter lim="400000"/>
          </a:ln>
        </p:spPr>
        <p:txBody>
          <a:bodyPr lIns="45719" rIns="45719"/>
          <a:lstStyle/>
          <a:p>
            <a:pPr>
              <a:defRPr sz="1200"/>
            </a:pPr>
            <a:endParaRPr/>
          </a:p>
        </p:txBody>
      </p:sp>
      <p:sp>
        <p:nvSpPr>
          <p:cNvPr id="194" name="object 4"/>
          <p:cNvSpPr txBox="1"/>
          <p:nvPr/>
        </p:nvSpPr>
        <p:spPr>
          <a:xfrm>
            <a:off x="4987230" y="402531"/>
            <a:ext cx="2477770" cy="1961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indent="8254">
              <a:defRPr sz="1300" b="1" spc="-30">
                <a:latin typeface="Times New Roman"/>
                <a:ea typeface="Times New Roman"/>
                <a:cs typeface="Times New Roman"/>
                <a:sym typeface="Times New Roman"/>
              </a:defRPr>
            </a:pPr>
            <a:r>
              <a:t>Sanjivani</a:t>
            </a:r>
            <a:r>
              <a:rPr spc="-50"/>
              <a:t> </a:t>
            </a:r>
            <a:r>
              <a:rPr spc="-27"/>
              <a:t>Rural</a:t>
            </a:r>
            <a:r>
              <a:rPr spc="-47"/>
              <a:t> </a:t>
            </a:r>
            <a:r>
              <a:rPr spc="-27"/>
              <a:t>Education</a:t>
            </a:r>
            <a:r>
              <a:rPr spc="-50"/>
              <a:t> </a:t>
            </a:r>
            <a:r>
              <a:rPr spc="-7"/>
              <a:t>Society’s</a:t>
            </a:r>
          </a:p>
        </p:txBody>
      </p:sp>
      <p:sp>
        <p:nvSpPr>
          <p:cNvPr id="195" name="object 5"/>
          <p:cNvSpPr txBox="1">
            <a:spLocks noGrp="1"/>
          </p:cNvSpPr>
          <p:nvPr>
            <p:ph type="title"/>
          </p:nvPr>
        </p:nvSpPr>
        <p:spPr>
          <a:xfrm>
            <a:off x="2600801" y="798877"/>
            <a:ext cx="8393853" cy="470216"/>
          </a:xfrm>
          <a:prstGeom prst="rect">
            <a:avLst/>
          </a:prstGeom>
        </p:spPr>
        <p:txBody>
          <a:bodyPr lIns="0" tIns="0" rIns="0" bIns="0"/>
          <a:lstStyle/>
          <a:p>
            <a:pPr indent="8172" defTabSz="905255">
              <a:lnSpc>
                <a:spcPct val="100000"/>
              </a:lnSpc>
              <a:defRPr sz="2970" spc="-99">
                <a:solidFill>
                  <a:srgbClr val="FFFFFF"/>
                </a:solidFill>
              </a:defRPr>
            </a:pPr>
            <a:r>
              <a:t>Sanjivani </a:t>
            </a:r>
            <a:r>
              <a:rPr spc="0"/>
              <a:t>College</a:t>
            </a:r>
            <a:r>
              <a:t> </a:t>
            </a:r>
            <a:r>
              <a:rPr spc="0"/>
              <a:t>of</a:t>
            </a:r>
            <a:r>
              <a:t> Engineering, Kopargaon-423603</a:t>
            </a:r>
          </a:p>
        </p:txBody>
      </p:sp>
      <p:pic>
        <p:nvPicPr>
          <p:cNvPr id="196" name="object 6" descr="object 6"/>
          <p:cNvPicPr>
            <a:picLocks noChangeAspect="1"/>
          </p:cNvPicPr>
          <p:nvPr/>
        </p:nvPicPr>
        <p:blipFill>
          <a:blip r:embed="rId2"/>
          <a:stretch>
            <a:fillRect/>
          </a:stretch>
        </p:blipFill>
        <p:spPr>
          <a:xfrm>
            <a:off x="537577" y="534932"/>
            <a:ext cx="1185508" cy="1333501"/>
          </a:xfrm>
          <a:prstGeom prst="rect">
            <a:avLst/>
          </a:prstGeom>
          <a:ln w="12700">
            <a:miter lim="400000"/>
          </a:ln>
        </p:spPr>
      </p:pic>
      <p:sp>
        <p:nvSpPr>
          <p:cNvPr id="197" name="object 7"/>
          <p:cNvSpPr txBox="1"/>
          <p:nvPr/>
        </p:nvSpPr>
        <p:spPr>
          <a:xfrm>
            <a:off x="2424640" y="1524335"/>
            <a:ext cx="8073454" cy="257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a:lnSpc>
                <a:spcPts val="1900"/>
              </a:lnSpc>
              <a:defRPr sz="1700" spc="47">
                <a:latin typeface="Times New Roman"/>
                <a:ea typeface="Times New Roman"/>
                <a:cs typeface="Times New Roman"/>
                <a:sym typeface="Times New Roman"/>
              </a:defRPr>
            </a:pPr>
            <a:r>
              <a:rPr dirty="0"/>
              <a:t>(An</a:t>
            </a:r>
            <a:r>
              <a:rPr spc="27" dirty="0"/>
              <a:t> </a:t>
            </a:r>
            <a:r>
              <a:rPr spc="69" dirty="0"/>
              <a:t>Autonomous</a:t>
            </a:r>
            <a:r>
              <a:rPr spc="27" dirty="0"/>
              <a:t> </a:t>
            </a:r>
            <a:r>
              <a:rPr spc="50" dirty="0"/>
              <a:t>Institute</a:t>
            </a:r>
            <a:r>
              <a:rPr spc="27" dirty="0"/>
              <a:t> </a:t>
            </a:r>
            <a:r>
              <a:rPr spc="0" dirty="0"/>
              <a:t>Affiliated</a:t>
            </a:r>
            <a:r>
              <a:rPr spc="30" dirty="0"/>
              <a:t> </a:t>
            </a:r>
            <a:r>
              <a:rPr spc="83" dirty="0"/>
              <a:t>to</a:t>
            </a:r>
            <a:r>
              <a:rPr spc="27" dirty="0"/>
              <a:t> </a:t>
            </a:r>
            <a:r>
              <a:rPr spc="33" dirty="0"/>
              <a:t>Savitribai</a:t>
            </a:r>
            <a:r>
              <a:rPr spc="27" dirty="0"/>
              <a:t> </a:t>
            </a:r>
            <a:r>
              <a:rPr spc="40" dirty="0"/>
              <a:t>Phule</a:t>
            </a:r>
            <a:r>
              <a:rPr spc="27" dirty="0"/>
              <a:t> </a:t>
            </a:r>
            <a:r>
              <a:rPr spc="57" dirty="0"/>
              <a:t>Pune</a:t>
            </a:r>
            <a:r>
              <a:rPr spc="30" dirty="0"/>
              <a:t> </a:t>
            </a:r>
            <a:r>
              <a:rPr spc="33" dirty="0"/>
              <a:t>University,</a:t>
            </a:r>
            <a:r>
              <a:rPr spc="27" dirty="0"/>
              <a:t> </a:t>
            </a:r>
            <a:r>
              <a:rPr spc="37" dirty="0"/>
              <a:t>Pune)</a:t>
            </a:r>
          </a:p>
          <a:p>
            <a:pPr algn="ctr">
              <a:lnSpc>
                <a:spcPts val="2000"/>
              </a:lnSpc>
              <a:defRPr b="1">
                <a:solidFill>
                  <a:srgbClr val="FFFFFF"/>
                </a:solidFill>
                <a:latin typeface="Times New Roman"/>
                <a:ea typeface="Times New Roman"/>
                <a:cs typeface="Times New Roman"/>
                <a:sym typeface="Times New Roman"/>
              </a:defRPr>
            </a:pPr>
            <a:r>
              <a:rPr dirty="0"/>
              <a:t>NAAC</a:t>
            </a:r>
            <a:r>
              <a:rPr spc="-23" dirty="0"/>
              <a:t> </a:t>
            </a:r>
            <a:r>
              <a:rPr spc="-73" dirty="0"/>
              <a:t>‘A’</a:t>
            </a:r>
            <a:r>
              <a:rPr spc="-20" dirty="0"/>
              <a:t> </a:t>
            </a:r>
            <a:r>
              <a:rPr spc="-40" dirty="0"/>
              <a:t>Grade</a:t>
            </a:r>
            <a:r>
              <a:rPr spc="-23" dirty="0"/>
              <a:t> </a:t>
            </a:r>
            <a:r>
              <a:rPr spc="-7" dirty="0"/>
              <a:t>Accredited</a:t>
            </a:r>
          </a:p>
          <a:p>
            <a:pPr indent="247015" algn="ctr">
              <a:lnSpc>
                <a:spcPts val="3000"/>
              </a:lnSpc>
              <a:defRPr sz="2600" b="1" spc="-50">
                <a:solidFill>
                  <a:srgbClr val="FFFF00"/>
                </a:solidFill>
                <a:latin typeface="Times New Roman"/>
                <a:ea typeface="Times New Roman"/>
                <a:cs typeface="Times New Roman"/>
                <a:sym typeface="Times New Roman"/>
              </a:defRPr>
            </a:pPr>
            <a:r>
              <a:rPr dirty="0"/>
              <a:t>Department</a:t>
            </a:r>
            <a:r>
              <a:rPr spc="-76" dirty="0"/>
              <a:t> </a:t>
            </a:r>
            <a:r>
              <a:rPr spc="0" dirty="0"/>
              <a:t>of</a:t>
            </a:r>
            <a:r>
              <a:rPr spc="-73" dirty="0"/>
              <a:t> </a:t>
            </a:r>
            <a:r>
              <a:rPr spc="-57" dirty="0"/>
              <a:t>Information</a:t>
            </a:r>
            <a:r>
              <a:rPr spc="-73" dirty="0"/>
              <a:t> </a:t>
            </a:r>
            <a:r>
              <a:rPr spc="-7" dirty="0"/>
              <a:t>Technology</a:t>
            </a:r>
          </a:p>
          <a:p>
            <a:pPr algn="ctr">
              <a:defRPr sz="1900" b="1">
                <a:latin typeface="Times New Roman"/>
                <a:ea typeface="Times New Roman"/>
                <a:cs typeface="Times New Roman"/>
                <a:sym typeface="Times New Roman"/>
              </a:defRPr>
            </a:pPr>
            <a:r>
              <a:rPr dirty="0"/>
              <a:t>(UG</a:t>
            </a:r>
            <a:r>
              <a:rPr spc="7" dirty="0"/>
              <a:t> </a:t>
            </a:r>
            <a:r>
              <a:rPr spc="-50" dirty="0"/>
              <a:t>program,</a:t>
            </a:r>
            <a:r>
              <a:rPr spc="17" dirty="0"/>
              <a:t> </a:t>
            </a:r>
            <a:r>
              <a:rPr dirty="0"/>
              <a:t>NBA</a:t>
            </a:r>
            <a:r>
              <a:rPr spc="13" dirty="0"/>
              <a:t> </a:t>
            </a:r>
            <a:r>
              <a:rPr spc="-7" dirty="0"/>
              <a:t>Accredited)</a:t>
            </a:r>
          </a:p>
          <a:p>
            <a:pPr indent="99694">
              <a:spcBef>
                <a:spcPts val="1600"/>
              </a:spcBef>
              <a:defRPr sz="3200" b="1" spc="-20">
                <a:latin typeface="Times New Roman"/>
                <a:ea typeface="Times New Roman"/>
                <a:cs typeface="Times New Roman"/>
                <a:sym typeface="Times New Roman"/>
              </a:defRPr>
            </a:pPr>
            <a:r>
              <a:rPr dirty="0"/>
              <a:t>Software</a:t>
            </a:r>
            <a:r>
              <a:rPr spc="-180" dirty="0"/>
              <a:t> </a:t>
            </a:r>
            <a:r>
              <a:rPr spc="-80" dirty="0"/>
              <a:t>Engineering</a:t>
            </a:r>
            <a:r>
              <a:rPr spc="-100" dirty="0"/>
              <a:t> </a:t>
            </a:r>
            <a:r>
              <a:rPr spc="-23" dirty="0"/>
              <a:t>Modeling</a:t>
            </a:r>
            <a:r>
              <a:rPr spc="-97" dirty="0"/>
              <a:t> </a:t>
            </a:r>
            <a:r>
              <a:rPr spc="-213" dirty="0"/>
              <a:t>&amp;</a:t>
            </a:r>
            <a:r>
              <a:rPr spc="-3" dirty="0"/>
              <a:t> </a:t>
            </a:r>
            <a:r>
              <a:rPr spc="-7" dirty="0"/>
              <a:t>Design</a:t>
            </a:r>
          </a:p>
          <a:p>
            <a:pPr indent="99694">
              <a:spcBef>
                <a:spcPts val="1600"/>
              </a:spcBef>
              <a:defRPr sz="3200" b="1" spc="-20">
                <a:solidFill>
                  <a:srgbClr val="FFFFFF"/>
                </a:solidFill>
                <a:latin typeface="Times New Roman"/>
                <a:ea typeface="Times New Roman"/>
                <a:cs typeface="Times New Roman"/>
                <a:sym typeface="Times New Roman"/>
              </a:defRPr>
            </a:pPr>
            <a:r>
              <a:rPr dirty="0"/>
              <a:t>      “</a:t>
            </a:r>
            <a:r>
              <a:rPr lang="en-US" dirty="0"/>
              <a:t> Smart </a:t>
            </a:r>
            <a:r>
              <a:rPr dirty="0"/>
              <a:t>Campus Management System</a:t>
            </a:r>
            <a:r>
              <a:rPr sz="2400" spc="-20" dirty="0"/>
              <a:t>”</a:t>
            </a:r>
          </a:p>
        </p:txBody>
      </p:sp>
      <p:sp>
        <p:nvSpPr>
          <p:cNvPr id="198" name="object 9"/>
          <p:cNvSpPr txBox="1"/>
          <p:nvPr/>
        </p:nvSpPr>
        <p:spPr>
          <a:xfrm>
            <a:off x="838825" y="4661948"/>
            <a:ext cx="2099735" cy="7140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R="3175" indent="8254">
              <a:lnSpc>
                <a:spcPct val="150000"/>
              </a:lnSpc>
              <a:defRPr sz="2000" b="1" spc="60">
                <a:latin typeface="Times New Roman"/>
                <a:ea typeface="Times New Roman"/>
                <a:cs typeface="Times New Roman"/>
                <a:sym typeface="Times New Roman"/>
              </a:defRPr>
            </a:pPr>
            <a:r>
              <a:t>SEMD</a:t>
            </a:r>
            <a:r>
              <a:rPr spc="-3"/>
              <a:t> </a:t>
            </a:r>
            <a:r>
              <a:rPr spc="-7"/>
              <a:t>incharge </a:t>
            </a:r>
            <a:r>
              <a:rPr spc="0">
                <a:solidFill>
                  <a:srgbClr val="FFFFFF"/>
                </a:solidFill>
              </a:rPr>
              <a:t>Dr.</a:t>
            </a:r>
            <a:r>
              <a:rPr spc="7">
                <a:solidFill>
                  <a:srgbClr val="FFFFFF"/>
                </a:solidFill>
              </a:rPr>
              <a:t> </a:t>
            </a:r>
            <a:r>
              <a:rPr spc="0">
                <a:solidFill>
                  <a:srgbClr val="FFFFFF"/>
                </a:solidFill>
              </a:rPr>
              <a:t>S.</a:t>
            </a:r>
            <a:r>
              <a:rPr spc="9">
                <a:solidFill>
                  <a:srgbClr val="FFFFFF"/>
                </a:solidFill>
              </a:rPr>
              <a:t> </a:t>
            </a:r>
            <a:r>
              <a:rPr spc="0">
                <a:solidFill>
                  <a:srgbClr val="FFFFFF"/>
                </a:solidFill>
              </a:rPr>
              <a:t>N.</a:t>
            </a:r>
            <a:r>
              <a:rPr spc="9">
                <a:solidFill>
                  <a:srgbClr val="FFFFFF"/>
                </a:solidFill>
              </a:rPr>
              <a:t> </a:t>
            </a:r>
            <a:r>
              <a:rPr spc="-67">
                <a:solidFill>
                  <a:srgbClr val="FFFFFF"/>
                </a:solidFill>
              </a:rPr>
              <a:t>Gunjal</a:t>
            </a:r>
          </a:p>
        </p:txBody>
      </p:sp>
      <p:sp>
        <p:nvSpPr>
          <p:cNvPr id="199" name="object 9"/>
          <p:cNvSpPr txBox="1"/>
          <p:nvPr/>
        </p:nvSpPr>
        <p:spPr>
          <a:xfrm>
            <a:off x="8398360" y="4892780"/>
            <a:ext cx="2099734" cy="2813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R="3175" indent="8254">
              <a:lnSpc>
                <a:spcPct val="150000"/>
              </a:lnSpc>
              <a:defRPr sz="2000">
                <a:solidFill>
                  <a:srgbClr val="FFFFFF"/>
                </a:solidFill>
                <a:latin typeface="Times New Roman"/>
                <a:ea typeface="Times New Roman"/>
                <a:cs typeface="Times New Roman"/>
                <a:sym typeface="Times New Roman"/>
              </a:defRPr>
            </a:lvl1pPr>
          </a:lstStyle>
          <a:p>
            <a:r>
              <a:t>Class : SY IT B</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object 2"/>
          <p:cNvSpPr txBox="1">
            <a:spLocks noGrp="1"/>
          </p:cNvSpPr>
          <p:nvPr>
            <p:ph type="title"/>
          </p:nvPr>
        </p:nvSpPr>
        <p:spPr>
          <a:xfrm>
            <a:off x="1317631" y="342442"/>
            <a:ext cx="4641210" cy="685659"/>
          </a:xfrm>
          <a:prstGeom prst="rect">
            <a:avLst/>
          </a:prstGeom>
        </p:spPr>
        <p:txBody>
          <a:bodyPr lIns="0" tIns="0" rIns="0" bIns="0"/>
          <a:lstStyle/>
          <a:p>
            <a:pPr indent="8254">
              <a:lnSpc>
                <a:spcPct val="100000"/>
              </a:lnSpc>
              <a:defRPr b="1" spc="-200">
                <a:solidFill>
                  <a:srgbClr val="FF0000"/>
                </a:solidFill>
                <a:latin typeface="Times New Roman"/>
                <a:ea typeface="Times New Roman"/>
                <a:cs typeface="Times New Roman"/>
                <a:sym typeface="Times New Roman"/>
              </a:defRPr>
            </a:pPr>
            <a:r>
              <a:t>Group</a:t>
            </a:r>
            <a:r>
              <a:rPr spc="-100"/>
              <a:t> Members </a:t>
            </a:r>
            <a:r>
              <a:rPr b="0" spc="-100">
                <a:latin typeface="Aptos Display"/>
                <a:ea typeface="Aptos Display"/>
                <a:cs typeface="Aptos Display"/>
                <a:sym typeface="Aptos Display"/>
              </a:rPr>
              <a:t>:</a:t>
            </a:r>
          </a:p>
        </p:txBody>
      </p:sp>
      <p:pic>
        <p:nvPicPr>
          <p:cNvPr id="202"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03"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04" name="Straight Connector 6"/>
          <p:cNvSpPr/>
          <p:nvPr/>
        </p:nvSpPr>
        <p:spPr>
          <a:xfrm>
            <a:off x="273897" y="1307690"/>
            <a:ext cx="11916001" cy="1"/>
          </a:xfrm>
          <a:prstGeom prst="line">
            <a:avLst/>
          </a:prstGeom>
          <a:ln w="25400">
            <a:solidFill>
              <a:srgbClr val="FF0000"/>
            </a:solidFill>
            <a:miter/>
          </a:ln>
        </p:spPr>
        <p:txBody>
          <a:bodyPr lIns="45719" rIns="45719"/>
          <a:lstStyle/>
          <a:p>
            <a:endParaRPr/>
          </a:p>
        </p:txBody>
      </p:sp>
      <p:graphicFrame>
        <p:nvGraphicFramePr>
          <p:cNvPr id="205" name="Table 8"/>
          <p:cNvGraphicFramePr/>
          <p:nvPr>
            <p:extLst>
              <p:ext uri="{D42A27DB-BD31-4B8C-83A1-F6EECF244321}">
                <p14:modId xmlns:p14="http://schemas.microsoft.com/office/powerpoint/2010/main" val="1993240273"/>
              </p:ext>
            </p:extLst>
          </p:nvPr>
        </p:nvGraphicFramePr>
        <p:xfrm>
          <a:off x="1431086" y="1903151"/>
          <a:ext cx="9050101" cy="2482036"/>
        </p:xfrm>
        <a:graphic>
          <a:graphicData uri="http://schemas.openxmlformats.org/drawingml/2006/table">
            <a:tbl>
              <a:tblPr firstRow="1" bandRow="1">
                <a:tableStyleId>{4C3C2611-4C71-4FC5-86AE-919BDF0F9419}</a:tableStyleId>
              </a:tblPr>
              <a:tblGrid>
                <a:gridCol w="3151025">
                  <a:extLst>
                    <a:ext uri="{9D8B030D-6E8A-4147-A177-3AD203B41FA5}">
                      <a16:colId xmlns:a16="http://schemas.microsoft.com/office/drawing/2014/main" val="20000"/>
                    </a:ext>
                  </a:extLst>
                </a:gridCol>
                <a:gridCol w="2949538">
                  <a:extLst>
                    <a:ext uri="{9D8B030D-6E8A-4147-A177-3AD203B41FA5}">
                      <a16:colId xmlns:a16="http://schemas.microsoft.com/office/drawing/2014/main" val="20001"/>
                    </a:ext>
                  </a:extLst>
                </a:gridCol>
                <a:gridCol w="2949538">
                  <a:extLst>
                    <a:ext uri="{9D8B030D-6E8A-4147-A177-3AD203B41FA5}">
                      <a16:colId xmlns:a16="http://schemas.microsoft.com/office/drawing/2014/main" val="20002"/>
                    </a:ext>
                  </a:extLst>
                </a:gridCol>
              </a:tblGrid>
              <a:tr h="503801">
                <a:tc>
                  <a:txBody>
                    <a:bodyPr/>
                    <a:lstStyle/>
                    <a:p>
                      <a:pPr algn="ctr">
                        <a:defRPr sz="1800" b="0">
                          <a:solidFill>
                            <a:srgbClr val="000000"/>
                          </a:solidFill>
                        </a:defRPr>
                      </a:pPr>
                      <a:r>
                        <a:rPr b="1" dirty="0">
                          <a:solidFill>
                            <a:srgbClr val="FFFFFF"/>
                          </a:solidFill>
                          <a:latin typeface="Times New Roman"/>
                          <a:ea typeface="Times New Roman"/>
                          <a:cs typeface="Times New Roman"/>
                          <a:sym typeface="Times New Roman"/>
                        </a:rPr>
                        <a:t>Roll No.</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algn="ctr">
                        <a:defRPr sz="1800" b="0">
                          <a:solidFill>
                            <a:srgbClr val="000000"/>
                          </a:solidFill>
                        </a:defRPr>
                      </a:pPr>
                      <a:r>
                        <a:rPr b="1">
                          <a:solidFill>
                            <a:srgbClr val="FFFFFF"/>
                          </a:solidFill>
                          <a:latin typeface="Times New Roman"/>
                          <a:ea typeface="Times New Roman"/>
                          <a:cs typeface="Times New Roman"/>
                          <a:sym typeface="Times New Roman"/>
                        </a:rPr>
                        <a:t>PRN</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algn="ctr">
                        <a:defRPr sz="1800" b="0">
                          <a:solidFill>
                            <a:srgbClr val="000000"/>
                          </a:solidFill>
                        </a:defRPr>
                      </a:pPr>
                      <a:r>
                        <a:rPr b="1">
                          <a:solidFill>
                            <a:srgbClr val="FFFFFF"/>
                          </a:solidFill>
                          <a:latin typeface="Times New Roman"/>
                          <a:ea typeface="Times New Roman"/>
                          <a:cs typeface="Times New Roman"/>
                          <a:sym typeface="Times New Roman"/>
                        </a:rPr>
                        <a:t>Name</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extLst>
                  <a:ext uri="{0D108BD9-81ED-4DB2-BD59-A6C34878D82A}">
                    <a16:rowId xmlns:a16="http://schemas.microsoft.com/office/drawing/2014/main" val="10000"/>
                  </a:ext>
                </a:extLst>
              </a:tr>
              <a:tr h="503801">
                <a:tc>
                  <a:txBody>
                    <a:bodyPr/>
                    <a:lstStyle/>
                    <a:p>
                      <a:pPr algn="ctr">
                        <a:defRPr sz="1800"/>
                      </a:pPr>
                      <a:r>
                        <a:rPr b="1" dirty="0">
                          <a:solidFill>
                            <a:srgbClr val="FFFFFF"/>
                          </a:solidFill>
                          <a:latin typeface="Times New Roman"/>
                          <a:ea typeface="Times New Roman"/>
                          <a:cs typeface="Times New Roman"/>
                          <a:sym typeface="Times New Roman"/>
                        </a:rPr>
                        <a:t>114</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algn="ctr">
                        <a:defRPr sz="1800"/>
                      </a:pPr>
                      <a:r>
                        <a:rPr>
                          <a:latin typeface="Times New Roman"/>
                          <a:ea typeface="Times New Roman"/>
                          <a:cs typeface="Times New Roman"/>
                          <a:sym typeface="Times New Roman"/>
                        </a:rPr>
                        <a:t>0124UITM1114</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a:latin typeface="Times New Roman"/>
                          <a:ea typeface="Times New Roman"/>
                          <a:cs typeface="Times New Roman"/>
                          <a:sym typeface="Times New Roman"/>
                        </a:rPr>
                        <a:t>Sanket Walke</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extLst>
                  <a:ext uri="{0D108BD9-81ED-4DB2-BD59-A6C34878D82A}">
                    <a16:rowId xmlns:a16="http://schemas.microsoft.com/office/drawing/2014/main" val="10001"/>
                  </a:ext>
                </a:extLst>
              </a:tr>
              <a:tr h="503801">
                <a:tc>
                  <a:txBody>
                    <a:bodyPr/>
                    <a:lstStyle/>
                    <a:p>
                      <a:pPr algn="ctr">
                        <a:defRPr sz="1800"/>
                      </a:pPr>
                      <a:r>
                        <a:rPr b="1">
                          <a:solidFill>
                            <a:srgbClr val="FFFFFF"/>
                          </a:solidFill>
                          <a:latin typeface="Times New Roman"/>
                          <a:ea typeface="Times New Roman"/>
                          <a:cs typeface="Times New Roman"/>
                          <a:sym typeface="Times New Roman"/>
                        </a:rPr>
                        <a:t>115</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algn="ctr">
                        <a:defRPr sz="1800"/>
                      </a:pPr>
                      <a:r>
                        <a:rPr>
                          <a:latin typeface="Times New Roman"/>
                          <a:ea typeface="Times New Roman"/>
                          <a:cs typeface="Times New Roman"/>
                          <a:sym typeface="Times New Roman"/>
                        </a:rPr>
                        <a:t>0124UITM1115</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dirty="0">
                          <a:latin typeface="Times New Roman"/>
                          <a:ea typeface="Times New Roman"/>
                          <a:cs typeface="Times New Roman"/>
                          <a:sym typeface="Times New Roman"/>
                        </a:rPr>
                        <a:t>Ramkrushn Kadam</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extLst>
                  <a:ext uri="{0D108BD9-81ED-4DB2-BD59-A6C34878D82A}">
                    <a16:rowId xmlns:a16="http://schemas.microsoft.com/office/drawing/2014/main" val="10002"/>
                  </a:ext>
                </a:extLst>
              </a:tr>
              <a:tr h="503801">
                <a:tc>
                  <a:txBody>
                    <a:bodyPr/>
                    <a:lstStyle/>
                    <a:p>
                      <a:pPr algn="ctr">
                        <a:defRPr sz="1800"/>
                      </a:pPr>
                      <a:r>
                        <a:rPr b="1">
                          <a:solidFill>
                            <a:srgbClr val="FFFFFF"/>
                          </a:solidFill>
                          <a:latin typeface="Times New Roman"/>
                          <a:ea typeface="Times New Roman"/>
                          <a:cs typeface="Times New Roman"/>
                          <a:sym typeface="Times New Roman"/>
                        </a:rPr>
                        <a:t>117</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algn="ctr">
                        <a:defRPr sz="1800"/>
                      </a:pPr>
                      <a:r>
                        <a:rPr>
                          <a:latin typeface="Times New Roman"/>
                          <a:ea typeface="Times New Roman"/>
                          <a:cs typeface="Times New Roman"/>
                          <a:sym typeface="Times New Roman"/>
                        </a:rPr>
                        <a:t>0124UITM117</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a:latin typeface="Times New Roman"/>
                          <a:ea typeface="Times New Roman"/>
                          <a:cs typeface="Times New Roman"/>
                          <a:sym typeface="Times New Roman"/>
                        </a:rPr>
                        <a:t>Kiran Dhage</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extLst>
                  <a:ext uri="{0D108BD9-81ED-4DB2-BD59-A6C34878D82A}">
                    <a16:rowId xmlns:a16="http://schemas.microsoft.com/office/drawing/2014/main" val="10003"/>
                  </a:ext>
                </a:extLst>
              </a:tr>
              <a:tr h="466832">
                <a:tc>
                  <a:txBody>
                    <a:bodyPr/>
                    <a:lstStyle/>
                    <a:p>
                      <a:pPr algn="ctr">
                        <a:defRPr sz="1800"/>
                      </a:pPr>
                      <a:r>
                        <a:rPr b="1">
                          <a:solidFill>
                            <a:srgbClr val="FFFFFF"/>
                          </a:solidFill>
                          <a:latin typeface="Times New Roman"/>
                          <a:ea typeface="Times New Roman"/>
                          <a:cs typeface="Times New Roman"/>
                          <a:sym typeface="Times New Roman"/>
                        </a:rPr>
                        <a:t>118</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algn="ctr">
                        <a:defRPr sz="1800"/>
                      </a:pPr>
                      <a:r>
                        <a:rPr dirty="0">
                          <a:latin typeface="Times New Roman"/>
                          <a:ea typeface="Times New Roman"/>
                          <a:cs typeface="Times New Roman"/>
                          <a:sym typeface="Times New Roman"/>
                        </a:rPr>
                        <a:t>0124UITM118</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dirty="0">
                          <a:latin typeface="Times New Roman"/>
                          <a:ea typeface="Times New Roman"/>
                          <a:cs typeface="Times New Roman"/>
                          <a:sym typeface="Times New Roman"/>
                        </a:rPr>
                        <a:t>Manoj Shelke</a:t>
                      </a:r>
                    </a:p>
                  </a:txBody>
                  <a:tcPr marL="45720" marR="4572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object 2"/>
          <p:cNvSpPr txBox="1">
            <a:spLocks noGrp="1"/>
          </p:cNvSpPr>
          <p:nvPr>
            <p:ph type="title"/>
          </p:nvPr>
        </p:nvSpPr>
        <p:spPr>
          <a:xfrm>
            <a:off x="1317631" y="342442"/>
            <a:ext cx="4011453" cy="685659"/>
          </a:xfrm>
          <a:prstGeom prst="rect">
            <a:avLst/>
          </a:prstGeom>
        </p:spPr>
        <p:txBody>
          <a:bodyPr lIns="0" tIns="0" rIns="0" bIns="0"/>
          <a:lstStyle>
            <a:lvl1pPr indent="8254">
              <a:lnSpc>
                <a:spcPct val="100000"/>
              </a:lnSpc>
              <a:defRPr b="1" spc="-200">
                <a:solidFill>
                  <a:srgbClr val="FF0000"/>
                </a:solidFill>
                <a:latin typeface="Times New Roman"/>
                <a:ea typeface="Times New Roman"/>
                <a:cs typeface="Times New Roman"/>
                <a:sym typeface="Times New Roman"/>
              </a:defRPr>
            </a:lvl1pPr>
          </a:lstStyle>
          <a:p>
            <a:r>
              <a:t>Introduction : </a:t>
            </a:r>
          </a:p>
        </p:txBody>
      </p:sp>
      <p:pic>
        <p:nvPicPr>
          <p:cNvPr id="208"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09"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10" name="Straight Connector 11"/>
          <p:cNvSpPr/>
          <p:nvPr/>
        </p:nvSpPr>
        <p:spPr>
          <a:xfrm>
            <a:off x="273897" y="1307690"/>
            <a:ext cx="11916001" cy="1"/>
          </a:xfrm>
          <a:prstGeom prst="line">
            <a:avLst/>
          </a:prstGeom>
          <a:ln w="25400">
            <a:solidFill>
              <a:srgbClr val="FF0000"/>
            </a:solidFill>
            <a:miter/>
          </a:ln>
        </p:spPr>
        <p:txBody>
          <a:bodyPr lIns="45719" rIns="45719"/>
          <a:lstStyle/>
          <a:p>
            <a:endParaRPr/>
          </a:p>
        </p:txBody>
      </p:sp>
      <p:sp>
        <p:nvSpPr>
          <p:cNvPr id="211" name="TextBox 12"/>
          <p:cNvSpPr txBox="1"/>
          <p:nvPr/>
        </p:nvSpPr>
        <p:spPr>
          <a:xfrm>
            <a:off x="547164" y="1466593"/>
            <a:ext cx="11097672" cy="20164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just">
              <a:lnSpc>
                <a:spcPct val="150000"/>
              </a:lnSpc>
              <a:defRPr sz="1900">
                <a:latin typeface="Times New Roman"/>
                <a:ea typeface="Times New Roman"/>
                <a:cs typeface="Times New Roman"/>
                <a:sym typeface="Times New Roman"/>
              </a:defRPr>
            </a:lvl1pPr>
          </a:lstStyle>
          <a:p>
            <a:r>
              <a:t>A Campus Management System (CMS) is a software solution designed to manage and automate the daily operations of an educational institution. It helps in handling student records, attendance, fees, schedules, and communication in a centralized platform. By replacing manual processes with digital systems, it improves efficiency, reduces errors, and saves time. Overall, the system enhances administration and supports better decision-making within the campus.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object 2"/>
          <p:cNvSpPr txBox="1">
            <a:spLocks noGrp="1"/>
          </p:cNvSpPr>
          <p:nvPr>
            <p:ph type="title"/>
          </p:nvPr>
        </p:nvSpPr>
        <p:spPr>
          <a:xfrm>
            <a:off x="1445342" y="342442"/>
            <a:ext cx="6123859" cy="685659"/>
          </a:xfrm>
          <a:prstGeom prst="rect">
            <a:avLst/>
          </a:prstGeom>
        </p:spPr>
        <p:txBody>
          <a:bodyPr lIns="0" tIns="0" rIns="0" bIns="0"/>
          <a:lstStyle/>
          <a:p>
            <a:pPr indent="8254">
              <a:lnSpc>
                <a:spcPct val="100000"/>
              </a:lnSpc>
              <a:defRPr spc="-100">
                <a:solidFill>
                  <a:srgbClr val="FF0000"/>
                </a:solidFill>
                <a:latin typeface="Times New Roman"/>
                <a:ea typeface="Times New Roman"/>
                <a:cs typeface="Times New Roman"/>
                <a:sym typeface="Times New Roman"/>
              </a:defRPr>
            </a:pPr>
            <a:r>
              <a:t>Functional</a:t>
            </a:r>
            <a:r>
              <a:rPr spc="-200"/>
              <a:t> </a:t>
            </a:r>
            <a:r>
              <a:t>Requirements </a:t>
            </a:r>
            <a:r>
              <a:rPr>
                <a:latin typeface="Aptos Display"/>
                <a:ea typeface="Aptos Display"/>
                <a:cs typeface="Aptos Display"/>
                <a:sym typeface="Aptos Display"/>
              </a:rPr>
              <a:t>: </a:t>
            </a:r>
          </a:p>
        </p:txBody>
      </p:sp>
      <p:pic>
        <p:nvPicPr>
          <p:cNvPr id="214"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15"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16" name="Straight Connector 14"/>
          <p:cNvSpPr/>
          <p:nvPr/>
        </p:nvSpPr>
        <p:spPr>
          <a:xfrm>
            <a:off x="273897" y="1307690"/>
            <a:ext cx="11916001" cy="1"/>
          </a:xfrm>
          <a:prstGeom prst="line">
            <a:avLst/>
          </a:prstGeom>
          <a:ln w="25400">
            <a:solidFill>
              <a:srgbClr val="FF0000"/>
            </a:solidFill>
            <a:miter/>
          </a:ln>
        </p:spPr>
        <p:txBody>
          <a:bodyPr lIns="45719" rIns="45719"/>
          <a:lstStyle/>
          <a:p>
            <a:endParaRPr/>
          </a:p>
        </p:txBody>
      </p:sp>
      <p:pic>
        <p:nvPicPr>
          <p:cNvPr id="217" name="Picture 2" descr="Picture 2"/>
          <p:cNvPicPr>
            <a:picLocks noChangeAspect="1"/>
          </p:cNvPicPr>
          <p:nvPr/>
        </p:nvPicPr>
        <p:blipFill>
          <a:blip r:embed="rId3"/>
          <a:stretch>
            <a:fillRect/>
          </a:stretch>
        </p:blipFill>
        <p:spPr>
          <a:xfrm>
            <a:off x="8799870" y="2250116"/>
            <a:ext cx="3392130" cy="3443595"/>
          </a:xfrm>
          <a:prstGeom prst="rect">
            <a:avLst/>
          </a:prstGeom>
          <a:ln w="12700">
            <a:miter lim="400000"/>
          </a:ln>
        </p:spPr>
      </p:pic>
      <p:sp>
        <p:nvSpPr>
          <p:cNvPr id="218" name="TextBox 15"/>
          <p:cNvSpPr txBox="1"/>
          <p:nvPr/>
        </p:nvSpPr>
        <p:spPr>
          <a:xfrm>
            <a:off x="790664" y="1587280"/>
            <a:ext cx="6861607" cy="51490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b="1">
                <a:latin typeface="Times New Roman"/>
                <a:ea typeface="Times New Roman"/>
                <a:cs typeface="Times New Roman"/>
                <a:sym typeface="Times New Roman"/>
              </a:defRPr>
            </a:pPr>
            <a:r>
              <a:t>FR1</a:t>
            </a:r>
            <a:r>
              <a:rPr b="0"/>
              <a:t>: The system shall allow students, faculty, and administrators to register by providing necessary details.</a:t>
            </a:r>
          </a:p>
          <a:p>
            <a:pPr>
              <a:defRPr b="1">
                <a:latin typeface="Times New Roman"/>
                <a:ea typeface="Times New Roman"/>
                <a:cs typeface="Times New Roman"/>
                <a:sym typeface="Times New Roman"/>
              </a:defRPr>
            </a:pPr>
            <a:r>
              <a:t>FR2</a:t>
            </a:r>
            <a:r>
              <a:rPr b="0"/>
              <a:t>: The system shall allow registered users to log in using valid credentials.</a:t>
            </a:r>
          </a:p>
          <a:p>
            <a:pPr>
              <a:defRPr b="1">
                <a:latin typeface="Times New Roman"/>
                <a:ea typeface="Times New Roman"/>
                <a:cs typeface="Times New Roman"/>
                <a:sym typeface="Times New Roman"/>
              </a:defRPr>
            </a:pPr>
            <a:r>
              <a:t>FR3</a:t>
            </a:r>
            <a:r>
              <a:rPr b="0"/>
              <a:t>: The system shall allow administrators to add, update, and delete student records.</a:t>
            </a:r>
          </a:p>
          <a:p>
            <a:pPr>
              <a:defRPr b="1">
                <a:latin typeface="Times New Roman"/>
                <a:ea typeface="Times New Roman"/>
                <a:cs typeface="Times New Roman"/>
                <a:sym typeface="Times New Roman"/>
              </a:defRPr>
            </a:pPr>
            <a:r>
              <a:t>FR4</a:t>
            </a:r>
            <a:r>
              <a:rPr b="0"/>
              <a:t>: The system shall allow faculty to manage attendance for students.</a:t>
            </a:r>
          </a:p>
          <a:p>
            <a:pPr>
              <a:defRPr b="1">
                <a:latin typeface="Times New Roman"/>
                <a:ea typeface="Times New Roman"/>
                <a:cs typeface="Times New Roman"/>
                <a:sym typeface="Times New Roman"/>
              </a:defRPr>
            </a:pPr>
            <a:r>
              <a:t>FR5</a:t>
            </a:r>
            <a:r>
              <a:rPr b="0"/>
              <a:t>: The system shall allow faculty to upload and manage course materials and assignments.</a:t>
            </a:r>
          </a:p>
          <a:p>
            <a:pPr>
              <a:defRPr b="1">
                <a:latin typeface="Times New Roman"/>
                <a:ea typeface="Times New Roman"/>
                <a:cs typeface="Times New Roman"/>
                <a:sym typeface="Times New Roman"/>
              </a:defRPr>
            </a:pPr>
            <a:r>
              <a:t>FR6</a:t>
            </a:r>
            <a:r>
              <a:rPr b="0"/>
              <a:t>: The system shall allow students to view their attendance, results, and academic progress.</a:t>
            </a:r>
          </a:p>
          <a:p>
            <a:pPr>
              <a:defRPr b="1">
                <a:latin typeface="Times New Roman"/>
                <a:ea typeface="Times New Roman"/>
                <a:cs typeface="Times New Roman"/>
                <a:sym typeface="Times New Roman"/>
              </a:defRPr>
            </a:pPr>
            <a:r>
              <a:t>FR7</a:t>
            </a:r>
            <a:r>
              <a:rPr b="0"/>
              <a:t>: The system shall allow administrators to manage course details and timetables.</a:t>
            </a:r>
          </a:p>
          <a:p>
            <a:pPr>
              <a:defRPr b="1">
                <a:latin typeface="Times New Roman"/>
                <a:ea typeface="Times New Roman"/>
                <a:cs typeface="Times New Roman"/>
                <a:sym typeface="Times New Roman"/>
              </a:defRPr>
            </a:pPr>
            <a:r>
              <a:t>FR8</a:t>
            </a:r>
            <a:r>
              <a:rPr b="0"/>
              <a:t>: The system shall allow the system to generate and manage examination results.</a:t>
            </a:r>
          </a:p>
          <a:p>
            <a:pPr>
              <a:defRPr b="1">
                <a:latin typeface="Times New Roman"/>
                <a:ea typeface="Times New Roman"/>
                <a:cs typeface="Times New Roman"/>
                <a:sym typeface="Times New Roman"/>
              </a:defRPr>
            </a:pPr>
            <a:r>
              <a:t>FR9</a:t>
            </a:r>
            <a:r>
              <a:rPr b="0"/>
              <a:t>: The system shall provide a fee management module for fee payment and tracking.</a:t>
            </a:r>
          </a:p>
          <a:p>
            <a:pPr>
              <a:defRPr b="1">
                <a:latin typeface="Times New Roman"/>
                <a:ea typeface="Times New Roman"/>
                <a:cs typeface="Times New Roman"/>
                <a:sym typeface="Times New Roman"/>
              </a:defRPr>
            </a:pPr>
            <a:r>
              <a:t>FR10</a:t>
            </a:r>
            <a:r>
              <a:rPr b="0"/>
              <a:t>: The system shall enable communication between students, faculty, and administration through notifications or messages.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object 2"/>
          <p:cNvSpPr txBox="1">
            <a:spLocks noGrp="1"/>
          </p:cNvSpPr>
          <p:nvPr>
            <p:ph type="title"/>
          </p:nvPr>
        </p:nvSpPr>
        <p:spPr>
          <a:xfrm>
            <a:off x="1317631" y="342442"/>
            <a:ext cx="8199996" cy="685659"/>
          </a:xfrm>
          <a:prstGeom prst="rect">
            <a:avLst/>
          </a:prstGeom>
        </p:spPr>
        <p:txBody>
          <a:bodyPr lIns="0" tIns="0" rIns="0" bIns="0"/>
          <a:lstStyle/>
          <a:p>
            <a:pPr indent="8254">
              <a:lnSpc>
                <a:spcPct val="100000"/>
              </a:lnSpc>
              <a:defRPr>
                <a:solidFill>
                  <a:srgbClr val="FF0000"/>
                </a:solidFill>
                <a:latin typeface="Times New Roman"/>
                <a:ea typeface="Times New Roman"/>
                <a:cs typeface="Times New Roman"/>
                <a:sym typeface="Times New Roman"/>
              </a:defRPr>
            </a:pPr>
            <a:r>
              <a:t>Non</a:t>
            </a:r>
            <a:r>
              <a:rPr spc="-200"/>
              <a:t> </a:t>
            </a:r>
            <a:r>
              <a:rPr spc="-100"/>
              <a:t>Functional</a:t>
            </a:r>
            <a:r>
              <a:rPr spc="-200"/>
              <a:t> </a:t>
            </a:r>
            <a:r>
              <a:rPr spc="-100"/>
              <a:t>Requirements : </a:t>
            </a:r>
          </a:p>
        </p:txBody>
      </p:sp>
      <p:pic>
        <p:nvPicPr>
          <p:cNvPr id="221"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22"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23" name="Straight Connector 16"/>
          <p:cNvSpPr/>
          <p:nvPr/>
        </p:nvSpPr>
        <p:spPr>
          <a:xfrm>
            <a:off x="273897" y="1307690"/>
            <a:ext cx="11916001" cy="1"/>
          </a:xfrm>
          <a:prstGeom prst="line">
            <a:avLst/>
          </a:prstGeom>
          <a:ln w="25400">
            <a:solidFill>
              <a:srgbClr val="FF0000"/>
            </a:solidFill>
            <a:miter/>
          </a:ln>
        </p:spPr>
        <p:txBody>
          <a:bodyPr lIns="45719" rIns="45719"/>
          <a:lstStyle/>
          <a:p>
            <a:endParaRPr/>
          </a:p>
        </p:txBody>
      </p:sp>
      <p:pic>
        <p:nvPicPr>
          <p:cNvPr id="224" name="Picture 18" descr="Picture 18"/>
          <p:cNvPicPr>
            <a:picLocks noChangeAspect="1"/>
          </p:cNvPicPr>
          <p:nvPr/>
        </p:nvPicPr>
        <p:blipFill>
          <a:blip r:embed="rId3"/>
          <a:stretch>
            <a:fillRect/>
          </a:stretch>
        </p:blipFill>
        <p:spPr>
          <a:xfrm>
            <a:off x="6945876" y="1974132"/>
            <a:ext cx="5143501" cy="3964553"/>
          </a:xfrm>
          <a:prstGeom prst="rect">
            <a:avLst/>
          </a:prstGeom>
          <a:ln w="12700">
            <a:miter lim="400000"/>
          </a:ln>
        </p:spPr>
      </p:pic>
      <p:sp>
        <p:nvSpPr>
          <p:cNvPr id="225" name="TextBox 19"/>
          <p:cNvSpPr txBox="1"/>
          <p:nvPr/>
        </p:nvSpPr>
        <p:spPr>
          <a:xfrm>
            <a:off x="566829" y="1727931"/>
            <a:ext cx="6663323" cy="45618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b="1"/>
            </a:pPr>
            <a:r>
              <a:t>NFR1 (Performance): </a:t>
            </a:r>
            <a:r>
              <a:rPr b="0"/>
              <a:t>The system shall respond to user requests quickly, ensuring smooth operation even during peak usage times.</a:t>
            </a:r>
          </a:p>
          <a:p>
            <a:pPr>
              <a:defRPr b="1"/>
            </a:pPr>
            <a:r>
              <a:t>NFR2 (Security):</a:t>
            </a:r>
            <a:r>
              <a:rPr b="0"/>
              <a:t> The system shall ensure secure authentication and protect sensitive data such as student records and financial information from unauthorized access.</a:t>
            </a:r>
          </a:p>
          <a:p>
            <a:pPr>
              <a:defRPr b="1"/>
            </a:pPr>
            <a:r>
              <a:t>NFR3 (Usability):</a:t>
            </a:r>
            <a:r>
              <a:rPr b="0"/>
              <a:t> The system shall provide an intuitive and user-friendly interface for students, faculty, and administrators.</a:t>
            </a:r>
          </a:p>
          <a:p>
            <a:pPr>
              <a:defRPr b="1"/>
            </a:pPr>
            <a:r>
              <a:t>NFR4 (Reliability):</a:t>
            </a:r>
            <a:r>
              <a:rPr b="0"/>
              <a:t> The system shall function consistently without failures under normal operating conditions.</a:t>
            </a:r>
          </a:p>
          <a:p>
            <a:pPr>
              <a:defRPr b="1"/>
            </a:pPr>
            <a:r>
              <a:t>NFR5 (Scalability):</a:t>
            </a:r>
            <a:r>
              <a:rPr b="0"/>
              <a:t> The system shall support a growing number of users, courses, and data without affecting performance.</a:t>
            </a:r>
          </a:p>
          <a:p>
            <a:pPr>
              <a:defRPr b="1"/>
            </a:pPr>
            <a:r>
              <a:t>NFR6 (Availability):</a:t>
            </a:r>
            <a:r>
              <a:rPr b="0"/>
              <a:t> The system shall be accessible 24/7, except during scheduled maintenance periods.</a:t>
            </a:r>
          </a:p>
          <a:p>
            <a:pPr>
              <a:defRPr b="1"/>
            </a:pPr>
            <a:r>
              <a:t>NFR7 (Maintainability):</a:t>
            </a:r>
            <a:r>
              <a:rPr b="0"/>
              <a:t> The system shall be easy to update, debug, and maintain with minimal downtime.</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object 2"/>
          <p:cNvSpPr txBox="1">
            <a:spLocks noGrp="1"/>
          </p:cNvSpPr>
          <p:nvPr>
            <p:ph type="title"/>
          </p:nvPr>
        </p:nvSpPr>
        <p:spPr>
          <a:xfrm>
            <a:off x="1317631" y="342442"/>
            <a:ext cx="8199996" cy="685659"/>
          </a:xfrm>
          <a:prstGeom prst="rect">
            <a:avLst/>
          </a:prstGeom>
        </p:spPr>
        <p:txBody>
          <a:bodyPr lIns="0" tIns="0" rIns="0" bIns="0"/>
          <a:lstStyle>
            <a:lvl1pPr indent="8254">
              <a:lnSpc>
                <a:spcPct val="100000"/>
              </a:lnSpc>
              <a:defRPr b="1" spc="-100">
                <a:solidFill>
                  <a:srgbClr val="FF0000"/>
                </a:solidFill>
                <a:latin typeface="Times New Roman"/>
                <a:ea typeface="Times New Roman"/>
                <a:cs typeface="Times New Roman"/>
                <a:sym typeface="Times New Roman"/>
              </a:defRPr>
            </a:lvl1pPr>
          </a:lstStyle>
          <a:p>
            <a:r>
              <a:t>Use Case Diagram : </a:t>
            </a:r>
          </a:p>
        </p:txBody>
      </p:sp>
      <p:pic>
        <p:nvPicPr>
          <p:cNvPr id="228"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29"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30" name="Straight Connector 16"/>
          <p:cNvSpPr/>
          <p:nvPr/>
        </p:nvSpPr>
        <p:spPr>
          <a:xfrm>
            <a:off x="273897" y="1154149"/>
            <a:ext cx="11916001" cy="1"/>
          </a:xfrm>
          <a:prstGeom prst="line">
            <a:avLst/>
          </a:prstGeom>
          <a:ln w="25400">
            <a:solidFill>
              <a:srgbClr val="FF0000"/>
            </a:solidFill>
            <a:miter/>
          </a:ln>
        </p:spPr>
        <p:txBody>
          <a:bodyPr lIns="45719" rIns="45719"/>
          <a:lstStyle/>
          <a:p>
            <a:endParaRPr/>
          </a:p>
        </p:txBody>
      </p:sp>
      <p:pic>
        <p:nvPicPr>
          <p:cNvPr id="231" name="WhatsApp Image 2026-04-24 at 10.39.54.jpeg" descr="WhatsApp Image 2026-04-24 at 10.39.54.jpeg"/>
          <p:cNvPicPr>
            <a:picLocks noChangeAspect="1"/>
          </p:cNvPicPr>
          <p:nvPr/>
        </p:nvPicPr>
        <p:blipFill>
          <a:blip r:embed="rId3"/>
          <a:stretch>
            <a:fillRect/>
          </a:stretch>
        </p:blipFill>
        <p:spPr>
          <a:xfrm>
            <a:off x="1975275" y="1486189"/>
            <a:ext cx="7904538" cy="5928405"/>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object 2"/>
          <p:cNvSpPr txBox="1">
            <a:spLocks noGrp="1"/>
          </p:cNvSpPr>
          <p:nvPr>
            <p:ph type="title"/>
          </p:nvPr>
        </p:nvSpPr>
        <p:spPr>
          <a:xfrm>
            <a:off x="1317631" y="342442"/>
            <a:ext cx="8199996" cy="685659"/>
          </a:xfrm>
          <a:prstGeom prst="rect">
            <a:avLst/>
          </a:prstGeom>
        </p:spPr>
        <p:txBody>
          <a:bodyPr lIns="0" tIns="0" rIns="0" bIns="0"/>
          <a:lstStyle>
            <a:lvl1pPr indent="8254">
              <a:lnSpc>
                <a:spcPct val="100000"/>
              </a:lnSpc>
              <a:defRPr b="1" spc="-100">
                <a:solidFill>
                  <a:srgbClr val="FF0000"/>
                </a:solidFill>
                <a:latin typeface="Times New Roman"/>
                <a:ea typeface="Times New Roman"/>
                <a:cs typeface="Times New Roman"/>
                <a:sym typeface="Times New Roman"/>
              </a:defRPr>
            </a:lvl1pPr>
          </a:lstStyle>
          <a:p>
            <a:r>
              <a:t>Analysis Class Diagram : </a:t>
            </a:r>
          </a:p>
        </p:txBody>
      </p:sp>
      <p:pic>
        <p:nvPicPr>
          <p:cNvPr id="234"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35"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36" name="Straight Connector 16"/>
          <p:cNvSpPr/>
          <p:nvPr/>
        </p:nvSpPr>
        <p:spPr>
          <a:xfrm>
            <a:off x="273897" y="1307690"/>
            <a:ext cx="11916001" cy="1"/>
          </a:xfrm>
          <a:prstGeom prst="line">
            <a:avLst/>
          </a:prstGeom>
          <a:ln w="25400">
            <a:solidFill>
              <a:srgbClr val="FF0000"/>
            </a:solidFill>
            <a:miter/>
          </a:ln>
        </p:spPr>
        <p:txBody>
          <a:bodyPr lIns="45719" rIns="45719"/>
          <a:lstStyle/>
          <a:p>
            <a:endParaRPr/>
          </a:p>
        </p:txBody>
      </p:sp>
      <p:pic>
        <p:nvPicPr>
          <p:cNvPr id="5" name="Picture 4">
            <a:extLst>
              <a:ext uri="{FF2B5EF4-FFF2-40B4-BE49-F238E27FC236}">
                <a16:creationId xmlns:a16="http://schemas.microsoft.com/office/drawing/2014/main" id="{776B9F59-C615-DA01-CE23-327953955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36" y="1428377"/>
            <a:ext cx="10853928" cy="5228062"/>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object 2"/>
          <p:cNvSpPr txBox="1">
            <a:spLocks noGrp="1"/>
          </p:cNvSpPr>
          <p:nvPr>
            <p:ph type="title"/>
          </p:nvPr>
        </p:nvSpPr>
        <p:spPr>
          <a:xfrm>
            <a:off x="1317631" y="342442"/>
            <a:ext cx="8199996" cy="685659"/>
          </a:xfrm>
          <a:prstGeom prst="rect">
            <a:avLst/>
          </a:prstGeom>
        </p:spPr>
        <p:txBody>
          <a:bodyPr lIns="0" tIns="0" rIns="0" bIns="0"/>
          <a:lstStyle>
            <a:lvl1pPr indent="8254">
              <a:lnSpc>
                <a:spcPct val="100000"/>
              </a:lnSpc>
              <a:defRPr b="1" spc="-100">
                <a:solidFill>
                  <a:srgbClr val="FF0000"/>
                </a:solidFill>
                <a:latin typeface="Times New Roman"/>
                <a:ea typeface="Times New Roman"/>
                <a:cs typeface="Times New Roman"/>
                <a:sym typeface="Times New Roman"/>
              </a:defRPr>
            </a:lvl1pPr>
          </a:lstStyle>
          <a:p>
            <a:r>
              <a:rPr dirty="0"/>
              <a:t>Sequence Diagram – </a:t>
            </a:r>
          </a:p>
        </p:txBody>
      </p:sp>
      <p:pic>
        <p:nvPicPr>
          <p:cNvPr id="244"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45"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46" name="Straight Connector 16"/>
          <p:cNvSpPr/>
          <p:nvPr/>
        </p:nvSpPr>
        <p:spPr>
          <a:xfrm>
            <a:off x="273897" y="1307690"/>
            <a:ext cx="11916001" cy="1"/>
          </a:xfrm>
          <a:prstGeom prst="line">
            <a:avLst/>
          </a:prstGeom>
          <a:ln w="25400">
            <a:solidFill>
              <a:srgbClr val="FF0000"/>
            </a:solidFill>
            <a:miter/>
          </a:ln>
        </p:spPr>
        <p:txBody>
          <a:bodyPr lIns="45719" rIns="45719"/>
          <a:lstStyle/>
          <a:p>
            <a:endParaRPr/>
          </a:p>
        </p:txBody>
      </p:sp>
      <p:pic>
        <p:nvPicPr>
          <p:cNvPr id="3" name="Picture 2">
            <a:extLst>
              <a:ext uri="{FF2B5EF4-FFF2-40B4-BE49-F238E27FC236}">
                <a16:creationId xmlns:a16="http://schemas.microsoft.com/office/drawing/2014/main" id="{CBDC9CAE-3585-73BB-90B8-9AF9F39EFB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00" y="1466593"/>
            <a:ext cx="4268156" cy="2843186"/>
          </a:xfrm>
          <a:prstGeom prst="rect">
            <a:avLst/>
          </a:prstGeom>
        </p:spPr>
      </p:pic>
      <p:pic>
        <p:nvPicPr>
          <p:cNvPr id="5" name="Picture 4">
            <a:extLst>
              <a:ext uri="{FF2B5EF4-FFF2-40B4-BE49-F238E27FC236}">
                <a16:creationId xmlns:a16="http://schemas.microsoft.com/office/drawing/2014/main" id="{288FFF9B-35B3-5603-3FD4-32DBD41008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01279" y="1462548"/>
            <a:ext cx="3461236" cy="2725993"/>
          </a:xfrm>
          <a:prstGeom prst="rect">
            <a:avLst/>
          </a:prstGeom>
        </p:spPr>
      </p:pic>
      <p:pic>
        <p:nvPicPr>
          <p:cNvPr id="7" name="Picture 6">
            <a:extLst>
              <a:ext uri="{FF2B5EF4-FFF2-40B4-BE49-F238E27FC236}">
                <a16:creationId xmlns:a16="http://schemas.microsoft.com/office/drawing/2014/main" id="{D01A5C6F-E8D6-D6FB-3635-21BE3DF2BE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62515" y="1328180"/>
            <a:ext cx="4227383" cy="2843186"/>
          </a:xfrm>
          <a:prstGeom prst="rect">
            <a:avLst/>
          </a:prstGeom>
        </p:spPr>
      </p:pic>
      <p:pic>
        <p:nvPicPr>
          <p:cNvPr id="9" name="Picture 8">
            <a:extLst>
              <a:ext uri="{FF2B5EF4-FFF2-40B4-BE49-F238E27FC236}">
                <a16:creationId xmlns:a16="http://schemas.microsoft.com/office/drawing/2014/main" id="{4B728920-20FA-2EC6-A5E1-3ED85BD381B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9038" y="4040248"/>
            <a:ext cx="4212717" cy="2475310"/>
          </a:xfrm>
          <a:prstGeom prst="rect">
            <a:avLst/>
          </a:prstGeom>
        </p:spPr>
      </p:pic>
      <p:pic>
        <p:nvPicPr>
          <p:cNvPr id="11" name="Picture 10">
            <a:extLst>
              <a:ext uri="{FF2B5EF4-FFF2-40B4-BE49-F238E27FC236}">
                <a16:creationId xmlns:a16="http://schemas.microsoft.com/office/drawing/2014/main" id="{BF257802-BFEC-361D-8B92-592CB848010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97193" y="4170894"/>
            <a:ext cx="3677265" cy="2449116"/>
          </a:xfrm>
          <a:prstGeom prst="rect">
            <a:avLst/>
          </a:prstGeom>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E9A73-B498-9E73-D959-6718DB36ABC1}"/>
              </a:ext>
            </a:extLst>
          </p:cNvPr>
          <p:cNvSpPr>
            <a:spLocks noGrp="1"/>
          </p:cNvSpPr>
          <p:nvPr>
            <p:ph type="title"/>
          </p:nvPr>
        </p:nvSpPr>
        <p:spPr>
          <a:xfrm>
            <a:off x="840302" y="365125"/>
            <a:ext cx="10515600" cy="1325563"/>
          </a:xfrm>
        </p:spPr>
        <p:txBody>
          <a:bodyPr/>
          <a:lstStyle/>
          <a:p>
            <a:r>
              <a:rPr lang="en-US" dirty="0"/>
              <a:t> </a:t>
            </a:r>
            <a:endParaRPr lang="en-IN" dirty="0"/>
          </a:p>
        </p:txBody>
      </p:sp>
      <p:sp>
        <p:nvSpPr>
          <p:cNvPr id="3" name="Text Placeholder 2">
            <a:extLst>
              <a:ext uri="{FF2B5EF4-FFF2-40B4-BE49-F238E27FC236}">
                <a16:creationId xmlns:a16="http://schemas.microsoft.com/office/drawing/2014/main" id="{F9FE3D94-BD15-0A5B-9753-FA6B57240CBF}"/>
              </a:ext>
            </a:extLst>
          </p:cNvPr>
          <p:cNvSpPr>
            <a:spLocks noGrp="1"/>
          </p:cNvSpPr>
          <p:nvPr>
            <p:ph type="body" idx="1"/>
          </p:nvPr>
        </p:nvSpPr>
        <p:spPr>
          <a:xfrm>
            <a:off x="840302" y="1825625"/>
            <a:ext cx="10515600" cy="4351338"/>
          </a:xfrm>
        </p:spPr>
        <p:txBody>
          <a:bodyPr/>
          <a:lstStyle/>
          <a:p>
            <a:pPr marL="0" indent="0">
              <a:buNone/>
            </a:pPr>
            <a:r>
              <a:rPr lang="en-US" dirty="0"/>
              <a:t> </a:t>
            </a:r>
            <a:endParaRPr lang="en-IN" dirty="0"/>
          </a:p>
        </p:txBody>
      </p:sp>
      <p:sp>
        <p:nvSpPr>
          <p:cNvPr id="5" name="object 4">
            <a:extLst>
              <a:ext uri="{FF2B5EF4-FFF2-40B4-BE49-F238E27FC236}">
                <a16:creationId xmlns:a16="http://schemas.microsoft.com/office/drawing/2014/main" id="{6064981A-74BB-3B50-E685-9D49BEBCEB1C}"/>
              </a:ext>
            </a:extLst>
          </p:cNvPr>
          <p:cNvSpPr/>
          <p:nvPr/>
        </p:nvSpPr>
        <p:spPr>
          <a:xfrm>
            <a:off x="2102" y="0"/>
            <a:ext cx="273600" cy="6857098"/>
          </a:xfrm>
          <a:prstGeom prst="rect">
            <a:avLst/>
          </a:prstGeom>
          <a:solidFill>
            <a:srgbClr val="FF4F4F"/>
          </a:solidFill>
          <a:ln w="12700">
            <a:miter lim="400000"/>
          </a:ln>
        </p:spPr>
        <p:txBody>
          <a:bodyPr lIns="45719" rIns="45719"/>
          <a:lstStyle/>
          <a:p>
            <a:pPr>
              <a:defRPr sz="1200"/>
            </a:pPr>
            <a:endParaRPr/>
          </a:p>
        </p:txBody>
      </p:sp>
      <p:sp>
        <p:nvSpPr>
          <p:cNvPr id="6" name="Straight Connector 16">
            <a:extLst>
              <a:ext uri="{FF2B5EF4-FFF2-40B4-BE49-F238E27FC236}">
                <a16:creationId xmlns:a16="http://schemas.microsoft.com/office/drawing/2014/main" id="{4A129208-8213-26CD-728F-05456BD5DA7F}"/>
              </a:ext>
            </a:extLst>
          </p:cNvPr>
          <p:cNvSpPr/>
          <p:nvPr/>
        </p:nvSpPr>
        <p:spPr>
          <a:xfrm>
            <a:off x="275999" y="1307690"/>
            <a:ext cx="11916001" cy="1"/>
          </a:xfrm>
          <a:prstGeom prst="line">
            <a:avLst/>
          </a:prstGeom>
          <a:ln w="25400">
            <a:solidFill>
              <a:srgbClr val="FF0000"/>
            </a:solidFill>
            <a:miter/>
          </a:ln>
        </p:spPr>
        <p:txBody>
          <a:bodyPr lIns="45719" rIns="45719"/>
          <a:lstStyle/>
          <a:p>
            <a:endParaRPr/>
          </a:p>
        </p:txBody>
      </p:sp>
      <p:pic>
        <p:nvPicPr>
          <p:cNvPr id="9" name="object 3" descr="object 3">
            <a:extLst>
              <a:ext uri="{FF2B5EF4-FFF2-40B4-BE49-F238E27FC236}">
                <a16:creationId xmlns:a16="http://schemas.microsoft.com/office/drawing/2014/main" id="{ABAB3737-50C4-83F3-4103-A981E5FE7A16}"/>
              </a:ext>
            </a:extLst>
          </p:cNvPr>
          <p:cNvPicPr>
            <a:picLocks noChangeAspect="1"/>
          </p:cNvPicPr>
          <p:nvPr/>
        </p:nvPicPr>
        <p:blipFill>
          <a:blip r:embed="rId2"/>
          <a:stretch>
            <a:fillRect/>
          </a:stretch>
        </p:blipFill>
        <p:spPr>
          <a:xfrm>
            <a:off x="331141" y="101160"/>
            <a:ext cx="933451" cy="1047628"/>
          </a:xfrm>
          <a:prstGeom prst="rect">
            <a:avLst/>
          </a:prstGeom>
          <a:ln w="12700">
            <a:miter lim="400000"/>
          </a:ln>
        </p:spPr>
      </p:pic>
      <p:sp>
        <p:nvSpPr>
          <p:cNvPr id="12" name="TextBox 11">
            <a:extLst>
              <a:ext uri="{FF2B5EF4-FFF2-40B4-BE49-F238E27FC236}">
                <a16:creationId xmlns:a16="http://schemas.microsoft.com/office/drawing/2014/main" id="{DE4308F1-26B7-B349-66A5-4581AAAC9CCD}"/>
              </a:ext>
            </a:extLst>
          </p:cNvPr>
          <p:cNvSpPr txBox="1"/>
          <p:nvPr/>
        </p:nvSpPr>
        <p:spPr>
          <a:xfrm>
            <a:off x="1320031" y="230188"/>
            <a:ext cx="6105832" cy="7694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4400" b="1"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Aptos"/>
              </a:rPr>
              <a:t>Sequence Diagram</a:t>
            </a:r>
            <a:endParaRPr kumimoji="0" lang="en-IN" sz="4400" b="1"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Aptos"/>
            </a:endParaRPr>
          </a:p>
        </p:txBody>
      </p:sp>
      <p:pic>
        <p:nvPicPr>
          <p:cNvPr id="14" name="Picture 13">
            <a:extLst>
              <a:ext uri="{FF2B5EF4-FFF2-40B4-BE49-F238E27FC236}">
                <a16:creationId xmlns:a16="http://schemas.microsoft.com/office/drawing/2014/main" id="{C9FF1711-A6F9-834C-3BF3-0D2B32A6C9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863" y="1307690"/>
            <a:ext cx="10187937" cy="5050247"/>
          </a:xfrm>
          <a:prstGeom prst="rect">
            <a:avLst/>
          </a:prstGeom>
        </p:spPr>
      </p:pic>
    </p:spTree>
    <p:extLst>
      <p:ext uri="{BB962C8B-B14F-4D97-AF65-F5344CB8AC3E}">
        <p14:creationId xmlns:p14="http://schemas.microsoft.com/office/powerpoint/2010/main" val="359358156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object 2"/>
          <p:cNvSpPr txBox="1">
            <a:spLocks noGrp="1"/>
          </p:cNvSpPr>
          <p:nvPr>
            <p:ph type="title"/>
          </p:nvPr>
        </p:nvSpPr>
        <p:spPr>
          <a:xfrm>
            <a:off x="1317631" y="342442"/>
            <a:ext cx="8199996" cy="685659"/>
          </a:xfrm>
          <a:prstGeom prst="rect">
            <a:avLst/>
          </a:prstGeom>
        </p:spPr>
        <p:txBody>
          <a:bodyPr lIns="0" tIns="0" rIns="0" bIns="0"/>
          <a:lstStyle>
            <a:lvl1pPr indent="8254">
              <a:lnSpc>
                <a:spcPct val="100000"/>
              </a:lnSpc>
              <a:defRPr b="1" spc="-100">
                <a:solidFill>
                  <a:srgbClr val="FF0000"/>
                </a:solidFill>
                <a:latin typeface="Times New Roman"/>
                <a:ea typeface="Times New Roman"/>
                <a:cs typeface="Times New Roman"/>
                <a:sym typeface="Times New Roman"/>
              </a:defRPr>
            </a:lvl1pPr>
          </a:lstStyle>
          <a:p>
            <a:r>
              <a:t>Activity Diagram : </a:t>
            </a:r>
          </a:p>
        </p:txBody>
      </p:sp>
      <p:pic>
        <p:nvPicPr>
          <p:cNvPr id="250"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51"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52" name="Straight Connector 16"/>
          <p:cNvSpPr/>
          <p:nvPr/>
        </p:nvSpPr>
        <p:spPr>
          <a:xfrm>
            <a:off x="273897" y="1307690"/>
            <a:ext cx="11916001" cy="1"/>
          </a:xfrm>
          <a:prstGeom prst="line">
            <a:avLst/>
          </a:prstGeom>
          <a:ln w="25400">
            <a:solidFill>
              <a:srgbClr val="FF0000"/>
            </a:solidFill>
            <a:miter/>
          </a:ln>
        </p:spPr>
        <p:txBody>
          <a:bodyPr lIns="45719" rIns="45719"/>
          <a:lstStyle/>
          <a:p>
            <a:endParaRPr/>
          </a:p>
        </p:txBody>
      </p:sp>
      <p:pic>
        <p:nvPicPr>
          <p:cNvPr id="3" name="Picture 2">
            <a:extLst>
              <a:ext uri="{FF2B5EF4-FFF2-40B4-BE49-F238E27FC236}">
                <a16:creationId xmlns:a16="http://schemas.microsoft.com/office/drawing/2014/main" id="{56990748-E8CA-931A-9714-D43CFDDDA4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213" y="1372896"/>
            <a:ext cx="9871587" cy="5356516"/>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object 2"/>
          <p:cNvSpPr txBox="1">
            <a:spLocks noGrp="1"/>
          </p:cNvSpPr>
          <p:nvPr>
            <p:ph type="title"/>
          </p:nvPr>
        </p:nvSpPr>
        <p:spPr>
          <a:xfrm>
            <a:off x="1317631" y="342442"/>
            <a:ext cx="8199996" cy="685659"/>
          </a:xfrm>
          <a:prstGeom prst="rect">
            <a:avLst/>
          </a:prstGeom>
        </p:spPr>
        <p:txBody>
          <a:bodyPr lIns="0" tIns="0" rIns="0" bIns="0"/>
          <a:lstStyle>
            <a:lvl1pPr indent="8254">
              <a:lnSpc>
                <a:spcPct val="100000"/>
              </a:lnSpc>
              <a:defRPr b="1" spc="-100">
                <a:solidFill>
                  <a:srgbClr val="FF0000"/>
                </a:solidFill>
                <a:latin typeface="Times New Roman"/>
                <a:ea typeface="Times New Roman"/>
                <a:cs typeface="Times New Roman"/>
                <a:sym typeface="Times New Roman"/>
              </a:defRPr>
            </a:lvl1pPr>
          </a:lstStyle>
          <a:p>
            <a:r>
              <a:t>State Machine Diagram : </a:t>
            </a:r>
          </a:p>
        </p:txBody>
      </p:sp>
      <p:pic>
        <p:nvPicPr>
          <p:cNvPr id="256"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57"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58" name="Straight Connector 16"/>
          <p:cNvSpPr/>
          <p:nvPr/>
        </p:nvSpPr>
        <p:spPr>
          <a:xfrm>
            <a:off x="273897" y="1148786"/>
            <a:ext cx="11916001" cy="1"/>
          </a:xfrm>
          <a:prstGeom prst="line">
            <a:avLst/>
          </a:prstGeom>
          <a:ln w="25400">
            <a:solidFill>
              <a:srgbClr val="FF0000"/>
            </a:solidFill>
            <a:miter/>
          </a:ln>
        </p:spPr>
        <p:txBody>
          <a:bodyPr lIns="45719" rIns="45719"/>
          <a:lstStyle/>
          <a:p>
            <a:endParaRPr/>
          </a:p>
        </p:txBody>
      </p:sp>
      <p:pic>
        <p:nvPicPr>
          <p:cNvPr id="3" name="Picture 2">
            <a:extLst>
              <a:ext uri="{FF2B5EF4-FFF2-40B4-BE49-F238E27FC236}">
                <a16:creationId xmlns:a16="http://schemas.microsoft.com/office/drawing/2014/main" id="{475C06DB-7DAD-21DB-8D79-8A46649E47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599" y="1148785"/>
            <a:ext cx="5478271" cy="2890684"/>
          </a:xfrm>
          <a:prstGeom prst="rect">
            <a:avLst/>
          </a:prstGeom>
        </p:spPr>
      </p:pic>
      <p:pic>
        <p:nvPicPr>
          <p:cNvPr id="5" name="Picture 4">
            <a:extLst>
              <a:ext uri="{FF2B5EF4-FFF2-40B4-BE49-F238E27FC236}">
                <a16:creationId xmlns:a16="http://schemas.microsoft.com/office/drawing/2014/main" id="{53B02956-8A9C-0EA4-1023-3B8851E5B66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1303" y="1269472"/>
            <a:ext cx="5674441" cy="2769993"/>
          </a:xfrm>
          <a:prstGeom prst="rect">
            <a:avLst/>
          </a:prstGeom>
        </p:spPr>
      </p:pic>
      <p:pic>
        <p:nvPicPr>
          <p:cNvPr id="7" name="Picture 6">
            <a:extLst>
              <a:ext uri="{FF2B5EF4-FFF2-40B4-BE49-F238E27FC236}">
                <a16:creationId xmlns:a16="http://schemas.microsoft.com/office/drawing/2014/main" id="{B815B3B9-7431-8DEE-E85D-BB9875BADB0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7197" y="3938305"/>
            <a:ext cx="5418803" cy="2818535"/>
          </a:xfrm>
          <a:prstGeom prst="rect">
            <a:avLst/>
          </a:prstGeom>
        </p:spPr>
      </p:pic>
      <p:pic>
        <p:nvPicPr>
          <p:cNvPr id="9" name="Picture 8">
            <a:extLst>
              <a:ext uri="{FF2B5EF4-FFF2-40B4-BE49-F238E27FC236}">
                <a16:creationId xmlns:a16="http://schemas.microsoft.com/office/drawing/2014/main" id="{B31E6105-C8AF-EEAD-3C40-A106549B430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9597" y="3938305"/>
            <a:ext cx="4986184" cy="2769992"/>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object 2"/>
          <p:cNvSpPr txBox="1">
            <a:spLocks noGrp="1"/>
          </p:cNvSpPr>
          <p:nvPr>
            <p:ph type="title"/>
          </p:nvPr>
        </p:nvSpPr>
        <p:spPr>
          <a:xfrm>
            <a:off x="1317631" y="342442"/>
            <a:ext cx="8199996" cy="685659"/>
          </a:xfrm>
          <a:prstGeom prst="rect">
            <a:avLst/>
          </a:prstGeom>
        </p:spPr>
        <p:txBody>
          <a:bodyPr lIns="0" tIns="0" rIns="0" bIns="0"/>
          <a:lstStyle>
            <a:lvl1pPr indent="8254">
              <a:lnSpc>
                <a:spcPct val="100000"/>
              </a:lnSpc>
              <a:defRPr b="1" spc="-100">
                <a:solidFill>
                  <a:srgbClr val="FF0000"/>
                </a:solidFill>
                <a:latin typeface="Times New Roman"/>
                <a:ea typeface="Times New Roman"/>
                <a:cs typeface="Times New Roman"/>
                <a:sym typeface="Times New Roman"/>
              </a:defRPr>
            </a:lvl1pPr>
          </a:lstStyle>
          <a:p>
            <a:r>
              <a:t>Component Diagram : </a:t>
            </a:r>
          </a:p>
        </p:txBody>
      </p:sp>
      <p:pic>
        <p:nvPicPr>
          <p:cNvPr id="262"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63"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64" name="Straight Connector 16"/>
          <p:cNvSpPr/>
          <p:nvPr/>
        </p:nvSpPr>
        <p:spPr>
          <a:xfrm>
            <a:off x="276000" y="1148786"/>
            <a:ext cx="11916001" cy="1"/>
          </a:xfrm>
          <a:prstGeom prst="line">
            <a:avLst/>
          </a:prstGeom>
          <a:ln w="25400">
            <a:solidFill>
              <a:srgbClr val="FF0000"/>
            </a:solidFill>
            <a:miter/>
          </a:ln>
        </p:spPr>
        <p:txBody>
          <a:bodyPr lIns="45719" rIns="45719"/>
          <a:lstStyle/>
          <a:p>
            <a:endParaRPr/>
          </a:p>
        </p:txBody>
      </p:sp>
      <p:pic>
        <p:nvPicPr>
          <p:cNvPr id="265" name="WhatsApp Image 2026-04-24 at 10.39.54 (1).jpeg" descr="WhatsApp Image 2026-04-24 at 10.39.54 (1).jpeg"/>
          <p:cNvPicPr>
            <a:picLocks noChangeAspect="1"/>
          </p:cNvPicPr>
          <p:nvPr/>
        </p:nvPicPr>
        <p:blipFill>
          <a:blip r:embed="rId3"/>
          <a:stretch>
            <a:fillRect/>
          </a:stretch>
        </p:blipFill>
        <p:spPr>
          <a:xfrm>
            <a:off x="1934846" y="1269473"/>
            <a:ext cx="8576308" cy="5717539"/>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object 2"/>
          <p:cNvSpPr txBox="1">
            <a:spLocks noGrp="1"/>
          </p:cNvSpPr>
          <p:nvPr>
            <p:ph type="title"/>
          </p:nvPr>
        </p:nvSpPr>
        <p:spPr>
          <a:xfrm>
            <a:off x="1317631" y="342688"/>
            <a:ext cx="8199996" cy="685166"/>
          </a:xfrm>
          <a:prstGeom prst="rect">
            <a:avLst/>
          </a:prstGeom>
        </p:spPr>
        <p:txBody>
          <a:bodyPr lIns="0" tIns="0" rIns="0" bIns="0"/>
          <a:lstStyle>
            <a:lvl1pPr indent="8254">
              <a:lnSpc>
                <a:spcPct val="100000"/>
              </a:lnSpc>
              <a:defRPr b="1" spc="-100">
                <a:solidFill>
                  <a:srgbClr val="FF0000"/>
                </a:solidFill>
                <a:latin typeface="Times New Roman"/>
                <a:ea typeface="Times New Roman"/>
                <a:cs typeface="Times New Roman"/>
                <a:sym typeface="Times New Roman"/>
              </a:defRPr>
            </a:lvl1pPr>
          </a:lstStyle>
          <a:p>
            <a:r>
              <a:t>Collaboration Diagram : </a:t>
            </a:r>
          </a:p>
        </p:txBody>
      </p:sp>
      <p:pic>
        <p:nvPicPr>
          <p:cNvPr id="268"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69"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70" name="Straight Connector 16"/>
          <p:cNvSpPr/>
          <p:nvPr/>
        </p:nvSpPr>
        <p:spPr>
          <a:xfrm>
            <a:off x="276000" y="1148786"/>
            <a:ext cx="11916001" cy="1"/>
          </a:xfrm>
          <a:prstGeom prst="line">
            <a:avLst/>
          </a:prstGeom>
          <a:ln w="25400">
            <a:solidFill>
              <a:srgbClr val="FF0000"/>
            </a:solidFill>
            <a:miter/>
          </a:ln>
        </p:spPr>
        <p:txBody>
          <a:bodyPr lIns="45719" rIns="45719"/>
          <a:lstStyle/>
          <a:p>
            <a:endParaRPr/>
          </a:p>
        </p:txBody>
      </p:sp>
      <p:pic>
        <p:nvPicPr>
          <p:cNvPr id="3" name="Picture 2">
            <a:extLst>
              <a:ext uri="{FF2B5EF4-FFF2-40B4-BE49-F238E27FC236}">
                <a16:creationId xmlns:a16="http://schemas.microsoft.com/office/drawing/2014/main" id="{C559717C-0227-0B47-FF0F-FFD80B5154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490" y="1148784"/>
            <a:ext cx="10291020" cy="5709215"/>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object 2"/>
          <p:cNvSpPr txBox="1">
            <a:spLocks noGrp="1"/>
          </p:cNvSpPr>
          <p:nvPr>
            <p:ph type="title"/>
          </p:nvPr>
        </p:nvSpPr>
        <p:spPr>
          <a:xfrm>
            <a:off x="1317631" y="342442"/>
            <a:ext cx="8199996" cy="685659"/>
          </a:xfrm>
          <a:prstGeom prst="rect">
            <a:avLst/>
          </a:prstGeom>
        </p:spPr>
        <p:txBody>
          <a:bodyPr lIns="0" tIns="0" rIns="0" bIns="0"/>
          <a:lstStyle>
            <a:lvl1pPr indent="8254">
              <a:lnSpc>
                <a:spcPct val="100000"/>
              </a:lnSpc>
              <a:defRPr b="1" spc="-100">
                <a:solidFill>
                  <a:srgbClr val="FF0000"/>
                </a:solidFill>
                <a:latin typeface="Times New Roman"/>
                <a:ea typeface="Times New Roman"/>
                <a:cs typeface="Times New Roman"/>
                <a:sym typeface="Times New Roman"/>
              </a:defRPr>
            </a:lvl1pPr>
          </a:lstStyle>
          <a:p>
            <a:r>
              <a:t>Deployment Diagram : </a:t>
            </a:r>
          </a:p>
        </p:txBody>
      </p:sp>
      <p:pic>
        <p:nvPicPr>
          <p:cNvPr id="274"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75"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76" name="Straight Connector 16"/>
          <p:cNvSpPr/>
          <p:nvPr/>
        </p:nvSpPr>
        <p:spPr>
          <a:xfrm>
            <a:off x="273897" y="1289499"/>
            <a:ext cx="11916001" cy="1"/>
          </a:xfrm>
          <a:prstGeom prst="line">
            <a:avLst/>
          </a:prstGeom>
          <a:ln w="25400">
            <a:solidFill>
              <a:srgbClr val="FF0000"/>
            </a:solidFill>
            <a:miter/>
          </a:ln>
        </p:spPr>
        <p:txBody>
          <a:bodyPr lIns="45719" rIns="45719"/>
          <a:lstStyle/>
          <a:p>
            <a:endParaRPr/>
          </a:p>
        </p:txBody>
      </p:sp>
      <p:pic>
        <p:nvPicPr>
          <p:cNvPr id="277" name="Picture 4" descr="Picture 4"/>
          <p:cNvPicPr>
            <a:picLocks noChangeAspect="1"/>
          </p:cNvPicPr>
          <p:nvPr/>
        </p:nvPicPr>
        <p:blipFill>
          <a:blip r:embed="rId3"/>
          <a:stretch>
            <a:fillRect/>
          </a:stretch>
        </p:blipFill>
        <p:spPr>
          <a:xfrm>
            <a:off x="328929" y="1289685"/>
            <a:ext cx="11863707" cy="5568316"/>
          </a:xfrm>
          <a:prstGeom prst="rect">
            <a:avLst/>
          </a:prstGeom>
          <a:ln w="12700">
            <a:miter lim="400000"/>
          </a:ln>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object 2"/>
          <p:cNvSpPr txBox="1">
            <a:spLocks noGrp="1"/>
          </p:cNvSpPr>
          <p:nvPr>
            <p:ph type="title"/>
          </p:nvPr>
        </p:nvSpPr>
        <p:spPr>
          <a:xfrm>
            <a:off x="1317631" y="342440"/>
            <a:ext cx="8199996" cy="685659"/>
          </a:xfrm>
          <a:prstGeom prst="rect">
            <a:avLst/>
          </a:prstGeom>
        </p:spPr>
        <p:txBody>
          <a:bodyPr lIns="0" tIns="0" rIns="0" bIns="0"/>
          <a:lstStyle>
            <a:lvl1pPr indent="8254">
              <a:lnSpc>
                <a:spcPct val="100000"/>
              </a:lnSpc>
              <a:defRPr b="1">
                <a:solidFill>
                  <a:srgbClr val="FF0000"/>
                </a:solidFill>
                <a:latin typeface="Times New Roman"/>
                <a:ea typeface="Times New Roman"/>
                <a:cs typeface="Times New Roman"/>
                <a:sym typeface="Times New Roman"/>
              </a:defRPr>
            </a:lvl1pPr>
          </a:lstStyle>
          <a:p>
            <a:r>
              <a:t>Data Flow Diagram (DFD):</a:t>
            </a:r>
          </a:p>
        </p:txBody>
      </p:sp>
      <p:pic>
        <p:nvPicPr>
          <p:cNvPr id="280"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81"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82" name="Straight Connector 16"/>
          <p:cNvSpPr/>
          <p:nvPr/>
        </p:nvSpPr>
        <p:spPr>
          <a:xfrm>
            <a:off x="273897" y="1299332"/>
            <a:ext cx="11916001" cy="1"/>
          </a:xfrm>
          <a:prstGeom prst="line">
            <a:avLst/>
          </a:prstGeom>
          <a:ln w="25400">
            <a:solidFill>
              <a:srgbClr val="FF0000"/>
            </a:solidFill>
            <a:miter/>
          </a:ln>
        </p:spPr>
        <p:txBody>
          <a:bodyPr lIns="45719" rIns="45719"/>
          <a:lstStyle/>
          <a:p>
            <a:endParaRPr/>
          </a:p>
        </p:txBody>
      </p:sp>
      <p:pic>
        <p:nvPicPr>
          <p:cNvPr id="3" name="Picture 2">
            <a:extLst>
              <a:ext uri="{FF2B5EF4-FFF2-40B4-BE49-F238E27FC236}">
                <a16:creationId xmlns:a16="http://schemas.microsoft.com/office/drawing/2014/main" id="{0456BDE5-91BA-78FA-4686-CED6792C45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1420021"/>
            <a:ext cx="5143500" cy="5167592"/>
          </a:xfrm>
          <a:prstGeom prst="rect">
            <a:avLst/>
          </a:prstGeom>
        </p:spPr>
      </p:pic>
      <p:pic>
        <p:nvPicPr>
          <p:cNvPr id="5" name="Picture 4">
            <a:extLst>
              <a:ext uri="{FF2B5EF4-FFF2-40B4-BE49-F238E27FC236}">
                <a16:creationId xmlns:a16="http://schemas.microsoft.com/office/drawing/2014/main" id="{A94B5355-1252-4DA4-77E7-92259E29DE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9429" y="1449878"/>
            <a:ext cx="5397436" cy="5065682"/>
          </a:xfrm>
          <a:prstGeom prst="rect">
            <a:avLst/>
          </a:prstGeom>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object 2"/>
          <p:cNvSpPr txBox="1">
            <a:spLocks noGrp="1"/>
          </p:cNvSpPr>
          <p:nvPr>
            <p:ph type="title"/>
          </p:nvPr>
        </p:nvSpPr>
        <p:spPr>
          <a:xfrm>
            <a:off x="1317631" y="342440"/>
            <a:ext cx="8199996" cy="685659"/>
          </a:xfrm>
          <a:prstGeom prst="rect">
            <a:avLst/>
          </a:prstGeom>
        </p:spPr>
        <p:txBody>
          <a:bodyPr lIns="0" tIns="0" rIns="0" bIns="0"/>
          <a:lstStyle>
            <a:lvl1pPr indent="8254">
              <a:lnSpc>
                <a:spcPct val="100000"/>
              </a:lnSpc>
              <a:defRPr b="1">
                <a:solidFill>
                  <a:srgbClr val="FF0000"/>
                </a:solidFill>
                <a:latin typeface="Times New Roman"/>
                <a:ea typeface="Times New Roman"/>
                <a:cs typeface="Times New Roman"/>
                <a:sym typeface="Times New Roman"/>
              </a:defRPr>
            </a:lvl1pPr>
          </a:lstStyle>
          <a:p>
            <a:r>
              <a:t>Control Flow Diagram (CFD):</a:t>
            </a:r>
          </a:p>
        </p:txBody>
      </p:sp>
      <p:pic>
        <p:nvPicPr>
          <p:cNvPr id="286"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87"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288" name="Straight Connector 16"/>
          <p:cNvSpPr/>
          <p:nvPr/>
        </p:nvSpPr>
        <p:spPr>
          <a:xfrm>
            <a:off x="273897" y="1289499"/>
            <a:ext cx="11916001" cy="1"/>
          </a:xfrm>
          <a:prstGeom prst="line">
            <a:avLst/>
          </a:prstGeom>
          <a:ln w="25400">
            <a:solidFill>
              <a:srgbClr val="FF0000"/>
            </a:solidFill>
            <a:miter/>
          </a:ln>
        </p:spPr>
        <p:txBody>
          <a:bodyPr lIns="45719" rIns="45719"/>
          <a:lstStyle/>
          <a:p>
            <a:endParaRPr/>
          </a:p>
        </p:txBody>
      </p:sp>
      <p:pic>
        <p:nvPicPr>
          <p:cNvPr id="289" name="WhatsApp Image 2026-04-24 at 10.43.15.jpeg" descr="WhatsApp Image 2026-04-24 at 10.43.15.jpeg"/>
          <p:cNvPicPr>
            <a:picLocks noChangeAspect="1"/>
          </p:cNvPicPr>
          <p:nvPr/>
        </p:nvPicPr>
        <p:blipFill>
          <a:blip r:embed="rId3"/>
          <a:stretch>
            <a:fillRect/>
          </a:stretch>
        </p:blipFill>
        <p:spPr>
          <a:xfrm>
            <a:off x="2005962" y="1364294"/>
            <a:ext cx="8434076" cy="5622718"/>
          </a:xfrm>
          <a:prstGeom prst="rect">
            <a:avLst/>
          </a:prstGeom>
          <a:ln w="12700">
            <a:miter lim="400000"/>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Title 1"/>
          <p:cNvSpPr txBox="1">
            <a:spLocks noGrp="1"/>
          </p:cNvSpPr>
          <p:nvPr>
            <p:ph type="title"/>
          </p:nvPr>
        </p:nvSpPr>
        <p:spPr>
          <a:xfrm>
            <a:off x="1341119" y="42985"/>
            <a:ext cx="10515601" cy="1325563"/>
          </a:xfrm>
          <a:prstGeom prst="rect">
            <a:avLst/>
          </a:prstGeom>
        </p:spPr>
        <p:txBody>
          <a:bodyPr/>
          <a:lstStyle/>
          <a:p>
            <a:pPr>
              <a:defRPr b="1" spc="-100">
                <a:solidFill>
                  <a:srgbClr val="FF0000"/>
                </a:solidFill>
                <a:latin typeface="Times New Roman"/>
                <a:ea typeface="Times New Roman"/>
                <a:cs typeface="Times New Roman"/>
                <a:sym typeface="Times New Roman"/>
              </a:defRPr>
            </a:pPr>
            <a:r>
              <a:t>Conclusion</a:t>
            </a:r>
            <a:r>
              <a:rPr b="0">
                <a:latin typeface="Aptos Display"/>
                <a:ea typeface="Aptos Display"/>
                <a:cs typeface="Aptos Display"/>
                <a:sym typeface="Aptos Display"/>
              </a:rPr>
              <a:t>:</a:t>
            </a:r>
          </a:p>
        </p:txBody>
      </p:sp>
      <p:sp>
        <p:nvSpPr>
          <p:cNvPr id="292" name="Content Placeholder 2"/>
          <p:cNvSpPr txBox="1">
            <a:spLocks noGrp="1"/>
          </p:cNvSpPr>
          <p:nvPr>
            <p:ph type="body" idx="1"/>
          </p:nvPr>
        </p:nvSpPr>
        <p:spPr>
          <a:xfrm>
            <a:off x="825501" y="1877060"/>
            <a:ext cx="9960486" cy="4360863"/>
          </a:xfrm>
          <a:prstGeom prst="rect">
            <a:avLst/>
          </a:prstGeo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The Smart Campus Management System provides an efficient and integrated solution to manage various campus activities digitally. By automating processes such as attendance tracking, academic management, fee handling, notifications, and reporting, the system reduces manual work and improves overall operational efficiency.</a:t>
            </a:r>
          </a:p>
          <a:p>
            <a:pPr marL="0" indent="0">
              <a:buNone/>
            </a:pPr>
            <a:r>
              <a:rPr lang="en-US" sz="1800" dirty="0">
                <a:latin typeface="Times New Roman" panose="02020603050405020304" pitchFamily="18" charset="0"/>
                <a:cs typeface="Times New Roman" panose="02020603050405020304" pitchFamily="18" charset="0"/>
              </a:rPr>
              <a:t>The system enhances transparency and accuracy while enabling real-time access to information for students, faculty, and administrators. Features like automated attendance, performance monitoring, and centralized data management support better decision-making and improve communication across the campus.</a:t>
            </a:r>
          </a:p>
        </p:txBody>
      </p:sp>
      <p:sp>
        <p:nvSpPr>
          <p:cNvPr id="293" name="Straight Connector 4"/>
          <p:cNvSpPr/>
          <p:nvPr/>
        </p:nvSpPr>
        <p:spPr>
          <a:xfrm>
            <a:off x="136948" y="1426557"/>
            <a:ext cx="11916001" cy="1"/>
          </a:xfrm>
          <a:prstGeom prst="line">
            <a:avLst/>
          </a:prstGeom>
          <a:ln w="25400">
            <a:solidFill>
              <a:srgbClr val="FF0000"/>
            </a:solidFill>
            <a:miter/>
          </a:ln>
        </p:spPr>
        <p:txBody>
          <a:bodyPr lIns="45719" rIns="45719"/>
          <a:lstStyle/>
          <a:p>
            <a:endParaRPr/>
          </a:p>
        </p:txBody>
      </p:sp>
      <p:pic>
        <p:nvPicPr>
          <p:cNvPr id="294" name="object 3" descr="object 3"/>
          <p:cNvPicPr>
            <a:picLocks noChangeAspect="1"/>
          </p:cNvPicPr>
          <p:nvPr/>
        </p:nvPicPr>
        <p:blipFill>
          <a:blip r:embed="rId2"/>
          <a:stretch>
            <a:fillRect/>
          </a:stretch>
        </p:blipFill>
        <p:spPr>
          <a:xfrm>
            <a:off x="358775" y="181951"/>
            <a:ext cx="933450" cy="1047629"/>
          </a:xfrm>
          <a:prstGeom prst="rect">
            <a:avLst/>
          </a:prstGeom>
          <a:ln w="12700">
            <a:miter lim="400000"/>
          </a:ln>
        </p:spPr>
      </p:pic>
      <p:sp>
        <p:nvSpPr>
          <p:cNvPr id="295"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object 2"/>
          <p:cNvSpPr txBox="1">
            <a:spLocks noGrp="1"/>
          </p:cNvSpPr>
          <p:nvPr>
            <p:ph type="title"/>
          </p:nvPr>
        </p:nvSpPr>
        <p:spPr>
          <a:xfrm>
            <a:off x="1435618" y="311015"/>
            <a:ext cx="8199995" cy="685659"/>
          </a:xfrm>
          <a:prstGeom prst="rect">
            <a:avLst/>
          </a:prstGeom>
        </p:spPr>
        <p:txBody>
          <a:bodyPr lIns="0" tIns="0" rIns="0" bIns="0"/>
          <a:lstStyle>
            <a:lvl1pPr indent="8254">
              <a:lnSpc>
                <a:spcPct val="100000"/>
              </a:lnSpc>
              <a:defRPr b="1" spc="-100">
                <a:solidFill>
                  <a:srgbClr val="FF0000"/>
                </a:solidFill>
                <a:latin typeface="Times New Roman"/>
                <a:ea typeface="Times New Roman"/>
                <a:cs typeface="Times New Roman"/>
                <a:sym typeface="Times New Roman"/>
              </a:defRPr>
            </a:lvl1pPr>
          </a:lstStyle>
          <a:p>
            <a:r>
              <a:t>References: </a:t>
            </a:r>
          </a:p>
        </p:txBody>
      </p:sp>
      <p:pic>
        <p:nvPicPr>
          <p:cNvPr id="298" name="object 3" descr="object 3"/>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299" name="object 4"/>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sp>
        <p:nvSpPr>
          <p:cNvPr id="300" name="Straight Connector 16"/>
          <p:cNvSpPr/>
          <p:nvPr/>
        </p:nvSpPr>
        <p:spPr>
          <a:xfrm>
            <a:off x="329040" y="1455173"/>
            <a:ext cx="11916001" cy="1"/>
          </a:xfrm>
          <a:prstGeom prst="line">
            <a:avLst/>
          </a:prstGeom>
          <a:ln w="25400">
            <a:solidFill>
              <a:srgbClr val="FF0000"/>
            </a:solidFill>
            <a:miter/>
          </a:ln>
        </p:spPr>
        <p:txBody>
          <a:bodyPr lIns="45719" rIns="45719"/>
          <a:lstStyle/>
          <a:p>
            <a:endParaRPr/>
          </a:p>
        </p:txBody>
      </p:sp>
      <p:sp>
        <p:nvSpPr>
          <p:cNvPr id="301" name="TextBox 6"/>
          <p:cNvSpPr txBox="1"/>
          <p:nvPr/>
        </p:nvSpPr>
        <p:spPr>
          <a:xfrm>
            <a:off x="871629" y="1761561"/>
            <a:ext cx="10847932" cy="38917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457200" indent="-457200">
              <a:buSzPct val="100000"/>
              <a:buAutoNum type="arabicPeriod"/>
              <a:defRPr sz="2400" b="1">
                <a:latin typeface="Times New Roman"/>
                <a:ea typeface="Times New Roman"/>
                <a:cs typeface="Times New Roman"/>
                <a:sym typeface="Times New Roman"/>
              </a:defRPr>
            </a:pPr>
            <a:endParaRPr/>
          </a:p>
          <a:p>
            <a:pPr>
              <a:defRPr>
                <a:latin typeface="Times New Roman"/>
                <a:ea typeface="Times New Roman"/>
                <a:cs typeface="Times New Roman"/>
                <a:sym typeface="Times New Roman"/>
              </a:defRPr>
            </a:pPr>
            <a:r>
              <a:t>1. </a:t>
            </a:r>
            <a:r>
              <a:rPr b="1"/>
              <a:t>Sommerville</a:t>
            </a:r>
            <a:r>
              <a:t>, I. </a:t>
            </a:r>
            <a:r>
              <a:rPr i="1"/>
              <a:t>Software Engineering</a:t>
            </a:r>
            <a:r>
              <a:t>, 10th Edition, Pearson Education. </a:t>
            </a:r>
          </a:p>
          <a:p>
            <a:pPr marL="342900" indent="-342900">
              <a:buSzPct val="100000"/>
              <a:buAutoNum type="arabicPeriod"/>
              <a:defRPr>
                <a:latin typeface="Times New Roman"/>
                <a:ea typeface="Times New Roman"/>
                <a:cs typeface="Times New Roman"/>
                <a:sym typeface="Times New Roman"/>
              </a:defRPr>
            </a:pPr>
            <a:endParaRPr/>
          </a:p>
          <a:p>
            <a:pPr>
              <a:defRPr>
                <a:latin typeface="Times New Roman"/>
                <a:ea typeface="Times New Roman"/>
                <a:cs typeface="Times New Roman"/>
                <a:sym typeface="Times New Roman"/>
              </a:defRPr>
            </a:pPr>
            <a:r>
              <a:t>2. </a:t>
            </a:r>
            <a:r>
              <a:rPr b="1"/>
              <a:t>Pressman, R. S</a:t>
            </a:r>
            <a:r>
              <a:t>. </a:t>
            </a:r>
            <a:r>
              <a:rPr i="1"/>
              <a:t>Software Engineering: A Practitioner’s Approach</a:t>
            </a:r>
            <a:r>
              <a:t>, McGraw-Hill. </a:t>
            </a:r>
          </a:p>
          <a:p>
            <a:pPr>
              <a:defRPr>
                <a:latin typeface="Times New Roman"/>
                <a:ea typeface="Times New Roman"/>
                <a:cs typeface="Times New Roman"/>
                <a:sym typeface="Times New Roman"/>
              </a:defRPr>
            </a:pPr>
            <a:r>
              <a:t> </a:t>
            </a:r>
          </a:p>
          <a:p>
            <a:pPr>
              <a:defRPr>
                <a:latin typeface="Times New Roman"/>
                <a:ea typeface="Times New Roman"/>
                <a:cs typeface="Times New Roman"/>
                <a:sym typeface="Times New Roman"/>
              </a:defRPr>
            </a:pPr>
            <a:r>
              <a:t>3. </a:t>
            </a:r>
            <a:r>
              <a:rPr b="1"/>
              <a:t>Elmasri, R. and Navathe</a:t>
            </a:r>
            <a:r>
              <a:t>, S. B. </a:t>
            </a:r>
            <a:r>
              <a:rPr i="1"/>
              <a:t>Fundamentals of Database Systems</a:t>
            </a:r>
            <a:r>
              <a:t>, Pearson. </a:t>
            </a:r>
          </a:p>
          <a:p>
            <a:pPr marL="342900" indent="-342900">
              <a:buSzPct val="100000"/>
              <a:buAutoNum type="arabicPeriod"/>
              <a:defRPr>
                <a:latin typeface="Times New Roman"/>
                <a:ea typeface="Times New Roman"/>
                <a:cs typeface="Times New Roman"/>
                <a:sym typeface="Times New Roman"/>
              </a:defRPr>
            </a:pPr>
            <a:endParaRPr/>
          </a:p>
          <a:p>
            <a:pPr>
              <a:defRPr>
                <a:latin typeface="Times New Roman"/>
                <a:ea typeface="Times New Roman"/>
                <a:cs typeface="Times New Roman"/>
                <a:sym typeface="Times New Roman"/>
              </a:defRPr>
            </a:pPr>
            <a:r>
              <a:t>4. Object Management Group (OMG), </a:t>
            </a:r>
            <a:r>
              <a:rPr i="1"/>
              <a:t>Unified Modeling Language (UML) Specification</a:t>
            </a:r>
            <a:r>
              <a:t>.</a:t>
            </a:r>
          </a:p>
          <a:p>
            <a:pPr>
              <a:defRPr>
                <a:latin typeface="Times New Roman"/>
                <a:ea typeface="Times New Roman"/>
                <a:cs typeface="Times New Roman"/>
                <a:sym typeface="Times New Roman"/>
              </a:defRPr>
            </a:pPr>
            <a:r>
              <a:t> </a:t>
            </a:r>
          </a:p>
          <a:p>
            <a:pPr>
              <a:defRPr>
                <a:latin typeface="Times New Roman"/>
                <a:ea typeface="Times New Roman"/>
                <a:cs typeface="Times New Roman"/>
                <a:sym typeface="Times New Roman"/>
              </a:defRPr>
            </a:pPr>
            <a:r>
              <a:t>5. IEEE, </a:t>
            </a:r>
            <a:r>
              <a:rPr i="1"/>
              <a:t>Software Requirements Specification (SRS) Standards</a:t>
            </a:r>
            <a:r>
              <a:t>. </a:t>
            </a:r>
          </a:p>
          <a:p>
            <a:pPr>
              <a:defRPr>
                <a:latin typeface="Times New Roman"/>
                <a:ea typeface="Times New Roman"/>
                <a:cs typeface="Times New Roman"/>
                <a:sym typeface="Times New Roman"/>
              </a:defRPr>
            </a:pPr>
            <a:r>
              <a:t> </a:t>
            </a:r>
          </a:p>
          <a:p>
            <a:pPr>
              <a:defRPr>
                <a:latin typeface="Times New Roman"/>
                <a:ea typeface="Times New Roman"/>
                <a:cs typeface="Times New Roman"/>
                <a:sym typeface="Times New Roman"/>
              </a:defRPr>
            </a:pPr>
            <a:r>
              <a:t>6. Research papers and articles on Online Agriculture Management. </a:t>
            </a:r>
          </a:p>
          <a:p>
            <a:pPr>
              <a:defRPr b="1">
                <a:latin typeface="Times New Roman"/>
                <a:ea typeface="Times New Roman"/>
                <a:cs typeface="Times New Roman"/>
                <a:sym typeface="Times New Roman"/>
              </a:defRPr>
            </a:pPr>
            <a:r>
              <a:t> </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 name="object 2" descr="object 2"/>
          <p:cNvPicPr>
            <a:picLocks noChangeAspect="1"/>
          </p:cNvPicPr>
          <p:nvPr/>
        </p:nvPicPr>
        <p:blipFill>
          <a:blip r:embed="rId2"/>
          <a:stretch>
            <a:fillRect/>
          </a:stretch>
        </p:blipFill>
        <p:spPr>
          <a:xfrm>
            <a:off x="329039" y="101160"/>
            <a:ext cx="933451" cy="1047628"/>
          </a:xfrm>
          <a:prstGeom prst="rect">
            <a:avLst/>
          </a:prstGeom>
          <a:ln w="12700">
            <a:miter lim="400000"/>
          </a:ln>
        </p:spPr>
      </p:pic>
      <p:sp>
        <p:nvSpPr>
          <p:cNvPr id="304" name="object 3"/>
          <p:cNvSpPr/>
          <p:nvPr/>
        </p:nvSpPr>
        <p:spPr>
          <a:xfrm>
            <a:off x="0" y="0"/>
            <a:ext cx="273600" cy="6857098"/>
          </a:xfrm>
          <a:prstGeom prst="rect">
            <a:avLst/>
          </a:prstGeom>
          <a:solidFill>
            <a:srgbClr val="FF4F4F"/>
          </a:solidFill>
          <a:ln w="12700">
            <a:miter lim="400000"/>
          </a:ln>
        </p:spPr>
        <p:txBody>
          <a:bodyPr lIns="45719" rIns="45719"/>
          <a:lstStyle/>
          <a:p>
            <a:pPr>
              <a:defRPr sz="1200"/>
            </a:pPr>
            <a:endParaRPr/>
          </a:p>
        </p:txBody>
      </p:sp>
      <p:grpSp>
        <p:nvGrpSpPr>
          <p:cNvPr id="309" name="object 4"/>
          <p:cNvGrpSpPr/>
          <p:nvPr/>
        </p:nvGrpSpPr>
        <p:grpSpPr>
          <a:xfrm>
            <a:off x="3415901" y="2986861"/>
            <a:ext cx="1843821" cy="1130454"/>
            <a:chOff x="0" y="0"/>
            <a:chExt cx="1843819" cy="1130452"/>
          </a:xfrm>
        </p:grpSpPr>
        <p:sp>
          <p:nvSpPr>
            <p:cNvPr id="305" name="Shape"/>
            <p:cNvSpPr/>
            <p:nvPr/>
          </p:nvSpPr>
          <p:spPr>
            <a:xfrm>
              <a:off x="0" y="124976"/>
              <a:ext cx="845939" cy="947480"/>
            </a:xfrm>
            <a:custGeom>
              <a:avLst/>
              <a:gdLst/>
              <a:ahLst/>
              <a:cxnLst>
                <a:cxn ang="0">
                  <a:pos x="wd2" y="hd2"/>
                </a:cxn>
                <a:cxn ang="5400000">
                  <a:pos x="wd2" y="hd2"/>
                </a:cxn>
                <a:cxn ang="10800000">
                  <a:pos x="wd2" y="hd2"/>
                </a:cxn>
                <a:cxn ang="16200000">
                  <a:pos x="wd2" y="hd2"/>
                </a:cxn>
              </a:cxnLst>
              <a:rect l="0" t="0" r="r" b="b"/>
              <a:pathLst>
                <a:path w="21600" h="21600" extrusionOk="0">
                  <a:moveTo>
                    <a:pt x="21600" y="2869"/>
                  </a:moveTo>
                  <a:lnTo>
                    <a:pt x="20880" y="1979"/>
                  </a:lnTo>
                  <a:lnTo>
                    <a:pt x="20204" y="1310"/>
                  </a:lnTo>
                  <a:lnTo>
                    <a:pt x="19648" y="801"/>
                  </a:lnTo>
                  <a:lnTo>
                    <a:pt x="19043" y="347"/>
                  </a:lnTo>
                  <a:lnTo>
                    <a:pt x="18517" y="119"/>
                  </a:lnTo>
                  <a:lnTo>
                    <a:pt x="18581" y="119"/>
                  </a:lnTo>
                  <a:lnTo>
                    <a:pt x="18491" y="108"/>
                  </a:lnTo>
                  <a:lnTo>
                    <a:pt x="18450" y="90"/>
                  </a:lnTo>
                  <a:lnTo>
                    <a:pt x="18207" y="68"/>
                  </a:lnTo>
                  <a:lnTo>
                    <a:pt x="17600" y="24"/>
                  </a:lnTo>
                  <a:lnTo>
                    <a:pt x="17432" y="2"/>
                  </a:lnTo>
                  <a:lnTo>
                    <a:pt x="16895" y="0"/>
                  </a:lnTo>
                  <a:lnTo>
                    <a:pt x="15298" y="119"/>
                  </a:lnTo>
                  <a:lnTo>
                    <a:pt x="14447" y="224"/>
                  </a:lnTo>
                  <a:lnTo>
                    <a:pt x="13602" y="356"/>
                  </a:lnTo>
                  <a:lnTo>
                    <a:pt x="12762" y="511"/>
                  </a:lnTo>
                  <a:lnTo>
                    <a:pt x="11928" y="684"/>
                  </a:lnTo>
                  <a:lnTo>
                    <a:pt x="10275" y="1057"/>
                  </a:lnTo>
                  <a:lnTo>
                    <a:pt x="9405" y="1269"/>
                  </a:lnTo>
                  <a:lnTo>
                    <a:pt x="5056" y="2406"/>
                  </a:lnTo>
                  <a:lnTo>
                    <a:pt x="4223" y="2595"/>
                  </a:lnTo>
                  <a:lnTo>
                    <a:pt x="2466" y="2941"/>
                  </a:lnTo>
                  <a:lnTo>
                    <a:pt x="1595" y="3140"/>
                  </a:lnTo>
                  <a:lnTo>
                    <a:pt x="764" y="3384"/>
                  </a:lnTo>
                  <a:lnTo>
                    <a:pt x="0" y="3695"/>
                  </a:lnTo>
                  <a:lnTo>
                    <a:pt x="204" y="4001"/>
                  </a:lnTo>
                  <a:lnTo>
                    <a:pt x="796" y="4626"/>
                  </a:lnTo>
                  <a:lnTo>
                    <a:pt x="1523" y="5262"/>
                  </a:lnTo>
                  <a:lnTo>
                    <a:pt x="2134" y="5601"/>
                  </a:lnTo>
                  <a:lnTo>
                    <a:pt x="2167" y="5630"/>
                  </a:lnTo>
                  <a:lnTo>
                    <a:pt x="2930" y="5702"/>
                  </a:lnTo>
                  <a:lnTo>
                    <a:pt x="3706" y="5718"/>
                  </a:lnTo>
                  <a:lnTo>
                    <a:pt x="4493" y="5685"/>
                  </a:lnTo>
                  <a:lnTo>
                    <a:pt x="5289" y="5610"/>
                  </a:lnTo>
                  <a:lnTo>
                    <a:pt x="6090" y="5502"/>
                  </a:lnTo>
                  <a:lnTo>
                    <a:pt x="6894" y="5366"/>
                  </a:lnTo>
                  <a:lnTo>
                    <a:pt x="6899" y="5502"/>
                  </a:lnTo>
                  <a:lnTo>
                    <a:pt x="6910" y="5633"/>
                  </a:lnTo>
                  <a:lnTo>
                    <a:pt x="6922" y="5774"/>
                  </a:lnTo>
                  <a:lnTo>
                    <a:pt x="6922" y="5793"/>
                  </a:lnTo>
                  <a:lnTo>
                    <a:pt x="6927" y="5923"/>
                  </a:lnTo>
                  <a:lnTo>
                    <a:pt x="6991" y="6697"/>
                  </a:lnTo>
                  <a:lnTo>
                    <a:pt x="7050" y="7476"/>
                  </a:lnTo>
                  <a:lnTo>
                    <a:pt x="7121" y="8256"/>
                  </a:lnTo>
                  <a:lnTo>
                    <a:pt x="7222" y="9030"/>
                  </a:lnTo>
                  <a:lnTo>
                    <a:pt x="7343" y="9780"/>
                  </a:lnTo>
                  <a:lnTo>
                    <a:pt x="7440" y="10534"/>
                  </a:lnTo>
                  <a:lnTo>
                    <a:pt x="7518" y="11291"/>
                  </a:lnTo>
                  <a:lnTo>
                    <a:pt x="7583" y="12049"/>
                  </a:lnTo>
                  <a:lnTo>
                    <a:pt x="7702" y="13564"/>
                  </a:lnTo>
                  <a:lnTo>
                    <a:pt x="7768" y="14318"/>
                  </a:lnTo>
                  <a:lnTo>
                    <a:pt x="7846" y="15068"/>
                  </a:lnTo>
                  <a:lnTo>
                    <a:pt x="7920" y="15761"/>
                  </a:lnTo>
                  <a:lnTo>
                    <a:pt x="7999" y="16516"/>
                  </a:lnTo>
                  <a:lnTo>
                    <a:pt x="8101" y="17304"/>
                  </a:lnTo>
                  <a:lnTo>
                    <a:pt x="8245" y="18100"/>
                  </a:lnTo>
                  <a:lnTo>
                    <a:pt x="8449" y="18878"/>
                  </a:lnTo>
                  <a:lnTo>
                    <a:pt x="8729" y="19612"/>
                  </a:lnTo>
                  <a:lnTo>
                    <a:pt x="9104" y="20274"/>
                  </a:lnTo>
                  <a:lnTo>
                    <a:pt x="9592" y="20840"/>
                  </a:lnTo>
                  <a:lnTo>
                    <a:pt x="10210" y="21282"/>
                  </a:lnTo>
                  <a:lnTo>
                    <a:pt x="10837" y="21514"/>
                  </a:lnTo>
                  <a:lnTo>
                    <a:pt x="11558" y="21600"/>
                  </a:lnTo>
                  <a:lnTo>
                    <a:pt x="12283" y="21520"/>
                  </a:lnTo>
                  <a:lnTo>
                    <a:pt x="12924" y="21254"/>
                  </a:lnTo>
                  <a:lnTo>
                    <a:pt x="13394" y="20783"/>
                  </a:lnTo>
                  <a:lnTo>
                    <a:pt x="13688" y="20148"/>
                  </a:lnTo>
                  <a:lnTo>
                    <a:pt x="13825" y="19463"/>
                  </a:lnTo>
                  <a:lnTo>
                    <a:pt x="13833" y="18739"/>
                  </a:lnTo>
                  <a:lnTo>
                    <a:pt x="13742" y="17990"/>
                  </a:lnTo>
                  <a:lnTo>
                    <a:pt x="13582" y="17229"/>
                  </a:lnTo>
                  <a:lnTo>
                    <a:pt x="13382" y="16467"/>
                  </a:lnTo>
                  <a:lnTo>
                    <a:pt x="13171" y="15718"/>
                  </a:lnTo>
                  <a:lnTo>
                    <a:pt x="12979" y="14993"/>
                  </a:lnTo>
                  <a:lnTo>
                    <a:pt x="12836" y="14306"/>
                  </a:lnTo>
                  <a:lnTo>
                    <a:pt x="12696" y="13553"/>
                  </a:lnTo>
                  <a:lnTo>
                    <a:pt x="12570" y="12792"/>
                  </a:lnTo>
                  <a:lnTo>
                    <a:pt x="12450" y="12025"/>
                  </a:lnTo>
                  <a:lnTo>
                    <a:pt x="12331" y="11254"/>
                  </a:lnTo>
                  <a:lnTo>
                    <a:pt x="12208" y="10481"/>
                  </a:lnTo>
                  <a:lnTo>
                    <a:pt x="12074" y="9710"/>
                  </a:lnTo>
                  <a:lnTo>
                    <a:pt x="11924" y="8942"/>
                  </a:lnTo>
                  <a:lnTo>
                    <a:pt x="11753" y="8180"/>
                  </a:lnTo>
                  <a:lnTo>
                    <a:pt x="11561" y="7388"/>
                  </a:lnTo>
                  <a:lnTo>
                    <a:pt x="11375" y="6593"/>
                  </a:lnTo>
                  <a:lnTo>
                    <a:pt x="11189" y="5793"/>
                  </a:lnTo>
                  <a:lnTo>
                    <a:pt x="11088" y="5366"/>
                  </a:lnTo>
                  <a:lnTo>
                    <a:pt x="10998" y="4985"/>
                  </a:lnTo>
                  <a:lnTo>
                    <a:pt x="10968" y="4871"/>
                  </a:lnTo>
                  <a:lnTo>
                    <a:pt x="10895" y="4626"/>
                  </a:lnTo>
                  <a:lnTo>
                    <a:pt x="10866" y="4516"/>
                  </a:lnTo>
                  <a:lnTo>
                    <a:pt x="11107" y="4468"/>
                  </a:lnTo>
                  <a:lnTo>
                    <a:pt x="11563" y="4359"/>
                  </a:lnTo>
                  <a:lnTo>
                    <a:pt x="11785" y="4311"/>
                  </a:lnTo>
                  <a:lnTo>
                    <a:pt x="13404" y="3973"/>
                  </a:lnTo>
                  <a:lnTo>
                    <a:pt x="15013" y="3652"/>
                  </a:lnTo>
                  <a:lnTo>
                    <a:pt x="15818" y="3506"/>
                  </a:lnTo>
                  <a:lnTo>
                    <a:pt x="16624" y="3373"/>
                  </a:lnTo>
                  <a:lnTo>
                    <a:pt x="17431" y="3258"/>
                  </a:lnTo>
                  <a:lnTo>
                    <a:pt x="18242" y="3162"/>
                  </a:lnTo>
                  <a:lnTo>
                    <a:pt x="19056" y="3091"/>
                  </a:lnTo>
                  <a:lnTo>
                    <a:pt x="19876" y="3046"/>
                  </a:lnTo>
                  <a:lnTo>
                    <a:pt x="20702" y="3032"/>
                  </a:lnTo>
                  <a:lnTo>
                    <a:pt x="21536" y="3050"/>
                  </a:lnTo>
                  <a:lnTo>
                    <a:pt x="21537" y="3046"/>
                  </a:lnTo>
                  <a:lnTo>
                    <a:pt x="21542" y="3032"/>
                  </a:lnTo>
                  <a:lnTo>
                    <a:pt x="21600" y="2869"/>
                  </a:lnTo>
                  <a:close/>
                </a:path>
              </a:pathLst>
            </a:custGeom>
            <a:solidFill>
              <a:srgbClr val="FF4F4F"/>
            </a:solidFill>
            <a:ln w="12700" cap="flat">
              <a:noFill/>
              <a:miter lim="400000"/>
            </a:ln>
            <a:effectLst/>
          </p:spPr>
          <p:txBody>
            <a:bodyPr wrap="square" lIns="45719" tIns="45719" rIns="45719" bIns="45719" numCol="1" anchor="t">
              <a:noAutofit/>
            </a:bodyPr>
            <a:lstStyle/>
            <a:p>
              <a:pPr>
                <a:defRPr sz="1200"/>
              </a:pPr>
              <a:endParaRPr/>
            </a:p>
          </p:txBody>
        </p:sp>
        <p:sp>
          <p:nvSpPr>
            <p:cNvPr id="306" name="Shape"/>
            <p:cNvSpPr/>
            <p:nvPr/>
          </p:nvSpPr>
          <p:spPr>
            <a:xfrm>
              <a:off x="582819" y="118525"/>
              <a:ext cx="660199" cy="1011928"/>
            </a:xfrm>
            <a:custGeom>
              <a:avLst/>
              <a:gdLst/>
              <a:ahLst/>
              <a:cxnLst>
                <a:cxn ang="0">
                  <a:pos x="wd2" y="hd2"/>
                </a:cxn>
                <a:cxn ang="5400000">
                  <a:pos x="wd2" y="hd2"/>
                </a:cxn>
                <a:cxn ang="10800000">
                  <a:pos x="wd2" y="hd2"/>
                </a:cxn>
                <a:cxn ang="16200000">
                  <a:pos x="wd2" y="hd2"/>
                </a:cxn>
              </a:cxnLst>
              <a:rect l="0" t="0" r="r" b="b"/>
              <a:pathLst>
                <a:path w="21600" h="21600" extrusionOk="0">
                  <a:moveTo>
                    <a:pt x="21600" y="18989"/>
                  </a:moveTo>
                  <a:lnTo>
                    <a:pt x="21390" y="18246"/>
                  </a:lnTo>
                  <a:lnTo>
                    <a:pt x="20993" y="17453"/>
                  </a:lnTo>
                  <a:lnTo>
                    <a:pt x="20508" y="16667"/>
                  </a:lnTo>
                  <a:lnTo>
                    <a:pt x="20035" y="15945"/>
                  </a:lnTo>
                  <a:lnTo>
                    <a:pt x="19673" y="15344"/>
                  </a:lnTo>
                  <a:lnTo>
                    <a:pt x="19325" y="14630"/>
                  </a:lnTo>
                  <a:lnTo>
                    <a:pt x="18997" y="13916"/>
                  </a:lnTo>
                  <a:lnTo>
                    <a:pt x="18684" y="13203"/>
                  </a:lnTo>
                  <a:lnTo>
                    <a:pt x="18386" y="12489"/>
                  </a:lnTo>
                  <a:lnTo>
                    <a:pt x="18099" y="11776"/>
                  </a:lnTo>
                  <a:lnTo>
                    <a:pt x="17822" y="11062"/>
                  </a:lnTo>
                  <a:lnTo>
                    <a:pt x="17875" y="10980"/>
                  </a:lnTo>
                  <a:lnTo>
                    <a:pt x="17954" y="10857"/>
                  </a:lnTo>
                  <a:lnTo>
                    <a:pt x="17927" y="10657"/>
                  </a:lnTo>
                  <a:lnTo>
                    <a:pt x="17775" y="10468"/>
                  </a:lnTo>
                  <a:lnTo>
                    <a:pt x="17528" y="10294"/>
                  </a:lnTo>
                  <a:lnTo>
                    <a:pt x="17489" y="10166"/>
                  </a:lnTo>
                  <a:lnTo>
                    <a:pt x="17398" y="9900"/>
                  </a:lnTo>
                  <a:lnTo>
                    <a:pt x="17360" y="9772"/>
                  </a:lnTo>
                  <a:lnTo>
                    <a:pt x="17122" y="9082"/>
                  </a:lnTo>
                  <a:lnTo>
                    <a:pt x="16884" y="8388"/>
                  </a:lnTo>
                  <a:lnTo>
                    <a:pt x="16652" y="7692"/>
                  </a:lnTo>
                  <a:lnTo>
                    <a:pt x="16429" y="6994"/>
                  </a:lnTo>
                  <a:lnTo>
                    <a:pt x="16219" y="6293"/>
                  </a:lnTo>
                  <a:lnTo>
                    <a:pt x="16029" y="5589"/>
                  </a:lnTo>
                  <a:lnTo>
                    <a:pt x="15860" y="4883"/>
                  </a:lnTo>
                  <a:lnTo>
                    <a:pt x="15620" y="3676"/>
                  </a:lnTo>
                  <a:lnTo>
                    <a:pt x="15453" y="2669"/>
                  </a:lnTo>
                  <a:lnTo>
                    <a:pt x="15424" y="2171"/>
                  </a:lnTo>
                  <a:lnTo>
                    <a:pt x="15424" y="1347"/>
                  </a:lnTo>
                  <a:lnTo>
                    <a:pt x="15448" y="1394"/>
                  </a:lnTo>
                  <a:lnTo>
                    <a:pt x="15456" y="1368"/>
                  </a:lnTo>
                  <a:lnTo>
                    <a:pt x="15454" y="1347"/>
                  </a:lnTo>
                  <a:lnTo>
                    <a:pt x="15448" y="1270"/>
                  </a:lnTo>
                  <a:lnTo>
                    <a:pt x="15428" y="1128"/>
                  </a:lnTo>
                  <a:lnTo>
                    <a:pt x="15424" y="1100"/>
                  </a:lnTo>
                  <a:lnTo>
                    <a:pt x="15424" y="1073"/>
                  </a:lnTo>
                  <a:lnTo>
                    <a:pt x="15383" y="1045"/>
                  </a:lnTo>
                  <a:lnTo>
                    <a:pt x="15383" y="1100"/>
                  </a:lnTo>
                  <a:lnTo>
                    <a:pt x="15340" y="1128"/>
                  </a:lnTo>
                  <a:lnTo>
                    <a:pt x="15340" y="1100"/>
                  </a:lnTo>
                  <a:lnTo>
                    <a:pt x="15383" y="1100"/>
                  </a:lnTo>
                  <a:lnTo>
                    <a:pt x="15383" y="991"/>
                  </a:lnTo>
                  <a:lnTo>
                    <a:pt x="15337" y="582"/>
                  </a:lnTo>
                  <a:lnTo>
                    <a:pt x="14893" y="256"/>
                  </a:lnTo>
                  <a:lnTo>
                    <a:pt x="14253" y="64"/>
                  </a:lnTo>
                  <a:lnTo>
                    <a:pt x="13616" y="57"/>
                  </a:lnTo>
                  <a:lnTo>
                    <a:pt x="13871" y="0"/>
                  </a:lnTo>
                  <a:lnTo>
                    <a:pt x="12943" y="85"/>
                  </a:lnTo>
                  <a:lnTo>
                    <a:pt x="11990" y="502"/>
                  </a:lnTo>
                  <a:lnTo>
                    <a:pt x="11322" y="1186"/>
                  </a:lnTo>
                  <a:lnTo>
                    <a:pt x="11029" y="1721"/>
                  </a:lnTo>
                  <a:lnTo>
                    <a:pt x="10830" y="2283"/>
                  </a:lnTo>
                  <a:lnTo>
                    <a:pt x="10671" y="2857"/>
                  </a:lnTo>
                  <a:lnTo>
                    <a:pt x="10517" y="3530"/>
                  </a:lnTo>
                  <a:lnTo>
                    <a:pt x="10439" y="4229"/>
                  </a:lnTo>
                  <a:lnTo>
                    <a:pt x="10428" y="4946"/>
                  </a:lnTo>
                  <a:lnTo>
                    <a:pt x="10473" y="5672"/>
                  </a:lnTo>
                  <a:lnTo>
                    <a:pt x="10564" y="6401"/>
                  </a:lnTo>
                  <a:lnTo>
                    <a:pt x="10690" y="7126"/>
                  </a:lnTo>
                  <a:lnTo>
                    <a:pt x="10841" y="7838"/>
                  </a:lnTo>
                  <a:lnTo>
                    <a:pt x="11008" y="8538"/>
                  </a:lnTo>
                  <a:lnTo>
                    <a:pt x="11176" y="9196"/>
                  </a:lnTo>
                  <a:lnTo>
                    <a:pt x="11239" y="9402"/>
                  </a:lnTo>
                  <a:lnTo>
                    <a:pt x="11297" y="9608"/>
                  </a:lnTo>
                  <a:lnTo>
                    <a:pt x="11348" y="9814"/>
                  </a:lnTo>
                  <a:lnTo>
                    <a:pt x="11386" y="10020"/>
                  </a:lnTo>
                  <a:lnTo>
                    <a:pt x="10668" y="10131"/>
                  </a:lnTo>
                  <a:lnTo>
                    <a:pt x="9961" y="10256"/>
                  </a:lnTo>
                  <a:lnTo>
                    <a:pt x="6634" y="10861"/>
                  </a:lnTo>
                  <a:lnTo>
                    <a:pt x="6002" y="10980"/>
                  </a:lnTo>
                  <a:lnTo>
                    <a:pt x="5813" y="10367"/>
                  </a:lnTo>
                  <a:lnTo>
                    <a:pt x="5434" y="9151"/>
                  </a:lnTo>
                  <a:lnTo>
                    <a:pt x="5245" y="8538"/>
                  </a:lnTo>
                  <a:lnTo>
                    <a:pt x="5091" y="7898"/>
                  </a:lnTo>
                  <a:lnTo>
                    <a:pt x="4953" y="7245"/>
                  </a:lnTo>
                  <a:lnTo>
                    <a:pt x="4788" y="6595"/>
                  </a:lnTo>
                  <a:lnTo>
                    <a:pt x="4549" y="5968"/>
                  </a:lnTo>
                  <a:lnTo>
                    <a:pt x="4193" y="5382"/>
                  </a:lnTo>
                  <a:lnTo>
                    <a:pt x="3587" y="4915"/>
                  </a:lnTo>
                  <a:lnTo>
                    <a:pt x="2716" y="4630"/>
                  </a:lnTo>
                  <a:lnTo>
                    <a:pt x="1774" y="4598"/>
                  </a:lnTo>
                  <a:lnTo>
                    <a:pt x="954" y="4888"/>
                  </a:lnTo>
                  <a:lnTo>
                    <a:pt x="418" y="5394"/>
                  </a:lnTo>
                  <a:lnTo>
                    <a:pt x="126" y="5995"/>
                  </a:lnTo>
                  <a:lnTo>
                    <a:pt x="9" y="6648"/>
                  </a:lnTo>
                  <a:lnTo>
                    <a:pt x="0" y="7309"/>
                  </a:lnTo>
                  <a:lnTo>
                    <a:pt x="29" y="7934"/>
                  </a:lnTo>
                  <a:lnTo>
                    <a:pt x="73" y="8616"/>
                  </a:lnTo>
                  <a:lnTo>
                    <a:pt x="134" y="9298"/>
                  </a:lnTo>
                  <a:lnTo>
                    <a:pt x="213" y="9980"/>
                  </a:lnTo>
                  <a:lnTo>
                    <a:pt x="312" y="10662"/>
                  </a:lnTo>
                  <a:lnTo>
                    <a:pt x="433" y="11345"/>
                  </a:lnTo>
                  <a:lnTo>
                    <a:pt x="576" y="12027"/>
                  </a:lnTo>
                  <a:lnTo>
                    <a:pt x="744" y="12709"/>
                  </a:lnTo>
                  <a:lnTo>
                    <a:pt x="927" y="13426"/>
                  </a:lnTo>
                  <a:lnTo>
                    <a:pt x="1117" y="14144"/>
                  </a:lnTo>
                  <a:lnTo>
                    <a:pt x="1315" y="14861"/>
                  </a:lnTo>
                  <a:lnTo>
                    <a:pt x="1522" y="15579"/>
                  </a:lnTo>
                  <a:lnTo>
                    <a:pt x="1740" y="16296"/>
                  </a:lnTo>
                  <a:lnTo>
                    <a:pt x="1971" y="17014"/>
                  </a:lnTo>
                  <a:lnTo>
                    <a:pt x="2216" y="17731"/>
                  </a:lnTo>
                  <a:lnTo>
                    <a:pt x="2467" y="18388"/>
                  </a:lnTo>
                  <a:lnTo>
                    <a:pt x="2776" y="19071"/>
                  </a:lnTo>
                  <a:lnTo>
                    <a:pt x="3173" y="19741"/>
                  </a:lnTo>
                  <a:lnTo>
                    <a:pt x="3690" y="20362"/>
                  </a:lnTo>
                  <a:lnTo>
                    <a:pt x="4357" y="20894"/>
                  </a:lnTo>
                  <a:lnTo>
                    <a:pt x="5203" y="21299"/>
                  </a:lnTo>
                  <a:lnTo>
                    <a:pt x="6127" y="21529"/>
                  </a:lnTo>
                  <a:lnTo>
                    <a:pt x="7139" y="21600"/>
                  </a:lnTo>
                  <a:lnTo>
                    <a:pt x="8092" y="21471"/>
                  </a:lnTo>
                  <a:lnTo>
                    <a:pt x="8841" y="21100"/>
                  </a:lnTo>
                  <a:lnTo>
                    <a:pt x="9241" y="20448"/>
                  </a:lnTo>
                  <a:lnTo>
                    <a:pt x="9242" y="20253"/>
                  </a:lnTo>
                  <a:lnTo>
                    <a:pt x="9244" y="19659"/>
                  </a:lnTo>
                  <a:lnTo>
                    <a:pt x="9015" y="18891"/>
                  </a:lnTo>
                  <a:lnTo>
                    <a:pt x="8667" y="18132"/>
                  </a:lnTo>
                  <a:lnTo>
                    <a:pt x="8316" y="17374"/>
                  </a:lnTo>
                  <a:lnTo>
                    <a:pt x="8031" y="16727"/>
                  </a:lnTo>
                  <a:lnTo>
                    <a:pt x="7766" y="16075"/>
                  </a:lnTo>
                  <a:lnTo>
                    <a:pt x="7516" y="15419"/>
                  </a:lnTo>
                  <a:lnTo>
                    <a:pt x="7281" y="14758"/>
                  </a:lnTo>
                  <a:lnTo>
                    <a:pt x="7058" y="14093"/>
                  </a:lnTo>
                  <a:lnTo>
                    <a:pt x="6843" y="13423"/>
                  </a:lnTo>
                  <a:lnTo>
                    <a:pt x="7655" y="13332"/>
                  </a:lnTo>
                  <a:lnTo>
                    <a:pt x="9215" y="13129"/>
                  </a:lnTo>
                  <a:lnTo>
                    <a:pt x="9956" y="13038"/>
                  </a:lnTo>
                  <a:lnTo>
                    <a:pt x="11689" y="12842"/>
                  </a:lnTo>
                  <a:lnTo>
                    <a:pt x="12312" y="12764"/>
                  </a:lnTo>
                  <a:lnTo>
                    <a:pt x="12571" y="13489"/>
                  </a:lnTo>
                  <a:lnTo>
                    <a:pt x="12843" y="14218"/>
                  </a:lnTo>
                  <a:lnTo>
                    <a:pt x="13122" y="14948"/>
                  </a:lnTo>
                  <a:lnTo>
                    <a:pt x="13405" y="15673"/>
                  </a:lnTo>
                  <a:lnTo>
                    <a:pt x="13635" y="16255"/>
                  </a:lnTo>
                  <a:lnTo>
                    <a:pt x="13886" y="16890"/>
                  </a:lnTo>
                  <a:lnTo>
                    <a:pt x="14173" y="17552"/>
                  </a:lnTo>
                  <a:lnTo>
                    <a:pt x="14511" y="18220"/>
                  </a:lnTo>
                  <a:lnTo>
                    <a:pt x="14915" y="18868"/>
                  </a:lnTo>
                  <a:lnTo>
                    <a:pt x="15399" y="19474"/>
                  </a:lnTo>
                  <a:lnTo>
                    <a:pt x="15980" y="20015"/>
                  </a:lnTo>
                  <a:lnTo>
                    <a:pt x="16670" y="20466"/>
                  </a:lnTo>
                  <a:lnTo>
                    <a:pt x="17486" y="20805"/>
                  </a:lnTo>
                  <a:lnTo>
                    <a:pt x="18532" y="21006"/>
                  </a:lnTo>
                  <a:lnTo>
                    <a:pt x="19513" y="20966"/>
                  </a:lnTo>
                  <a:lnTo>
                    <a:pt x="20375" y="20708"/>
                  </a:lnTo>
                  <a:lnTo>
                    <a:pt x="21063" y="20253"/>
                  </a:lnTo>
                  <a:lnTo>
                    <a:pt x="21524" y="19625"/>
                  </a:lnTo>
                  <a:lnTo>
                    <a:pt x="21600" y="18989"/>
                  </a:lnTo>
                  <a:close/>
                </a:path>
              </a:pathLst>
            </a:custGeom>
            <a:solidFill>
              <a:srgbClr val="FF4F4F"/>
            </a:solidFill>
            <a:ln w="12700" cap="flat">
              <a:noFill/>
              <a:miter lim="400000"/>
            </a:ln>
            <a:effectLst/>
          </p:spPr>
          <p:txBody>
            <a:bodyPr wrap="square" lIns="45719" tIns="45719" rIns="45719" bIns="45719" numCol="1" anchor="t">
              <a:noAutofit/>
            </a:bodyPr>
            <a:lstStyle/>
            <a:p>
              <a:pPr>
                <a:defRPr sz="1200"/>
              </a:pPr>
              <a:endParaRPr/>
            </a:p>
          </p:txBody>
        </p:sp>
        <p:sp>
          <p:nvSpPr>
            <p:cNvPr id="307" name="Shape"/>
            <p:cNvSpPr/>
            <p:nvPr/>
          </p:nvSpPr>
          <p:spPr>
            <a:xfrm>
              <a:off x="1254429" y="0"/>
              <a:ext cx="589391" cy="923807"/>
            </a:xfrm>
            <a:custGeom>
              <a:avLst/>
              <a:gdLst/>
              <a:ahLst/>
              <a:cxnLst>
                <a:cxn ang="0">
                  <a:pos x="wd2" y="hd2"/>
                </a:cxn>
                <a:cxn ang="5400000">
                  <a:pos x="wd2" y="hd2"/>
                </a:cxn>
                <a:cxn ang="10800000">
                  <a:pos x="wd2" y="hd2"/>
                </a:cxn>
                <a:cxn ang="16200000">
                  <a:pos x="wd2" y="hd2"/>
                </a:cxn>
              </a:cxnLst>
              <a:rect l="0" t="0" r="r" b="b"/>
              <a:pathLst>
                <a:path w="21600" h="21600" extrusionOk="0">
                  <a:moveTo>
                    <a:pt x="21600" y="19122"/>
                  </a:moveTo>
                  <a:lnTo>
                    <a:pt x="21561" y="18274"/>
                  </a:lnTo>
                  <a:lnTo>
                    <a:pt x="21452" y="17423"/>
                  </a:lnTo>
                  <a:lnTo>
                    <a:pt x="21359" y="16572"/>
                  </a:lnTo>
                  <a:lnTo>
                    <a:pt x="21315" y="15787"/>
                  </a:lnTo>
                  <a:lnTo>
                    <a:pt x="21277" y="15033"/>
                  </a:lnTo>
                  <a:lnTo>
                    <a:pt x="21206" y="13506"/>
                  </a:lnTo>
                  <a:lnTo>
                    <a:pt x="21167" y="12740"/>
                  </a:lnTo>
                  <a:lnTo>
                    <a:pt x="21123" y="11973"/>
                  </a:lnTo>
                  <a:lnTo>
                    <a:pt x="21056" y="11150"/>
                  </a:lnTo>
                  <a:lnTo>
                    <a:pt x="20962" y="10328"/>
                  </a:lnTo>
                  <a:lnTo>
                    <a:pt x="20886" y="9778"/>
                  </a:lnTo>
                  <a:lnTo>
                    <a:pt x="20847" y="9498"/>
                  </a:lnTo>
                  <a:lnTo>
                    <a:pt x="20717" y="8685"/>
                  </a:lnTo>
                  <a:lnTo>
                    <a:pt x="20575" y="7866"/>
                  </a:lnTo>
                  <a:lnTo>
                    <a:pt x="20436" y="7093"/>
                  </a:lnTo>
                  <a:lnTo>
                    <a:pt x="20279" y="6232"/>
                  </a:lnTo>
                  <a:lnTo>
                    <a:pt x="20134" y="5417"/>
                  </a:lnTo>
                  <a:lnTo>
                    <a:pt x="19987" y="4664"/>
                  </a:lnTo>
                  <a:lnTo>
                    <a:pt x="19806" y="3888"/>
                  </a:lnTo>
                  <a:lnTo>
                    <a:pt x="19557" y="3112"/>
                  </a:lnTo>
                  <a:lnTo>
                    <a:pt x="19206" y="2362"/>
                  </a:lnTo>
                  <a:lnTo>
                    <a:pt x="18718" y="1661"/>
                  </a:lnTo>
                  <a:lnTo>
                    <a:pt x="18061" y="1031"/>
                  </a:lnTo>
                  <a:lnTo>
                    <a:pt x="17119" y="495"/>
                  </a:lnTo>
                  <a:lnTo>
                    <a:pt x="16024" y="162"/>
                  </a:lnTo>
                  <a:lnTo>
                    <a:pt x="14827" y="5"/>
                  </a:lnTo>
                  <a:lnTo>
                    <a:pt x="14197" y="0"/>
                  </a:lnTo>
                  <a:lnTo>
                    <a:pt x="14197" y="9778"/>
                  </a:lnTo>
                  <a:lnTo>
                    <a:pt x="12987" y="9753"/>
                  </a:lnTo>
                  <a:lnTo>
                    <a:pt x="11759" y="9797"/>
                  </a:lnTo>
                  <a:lnTo>
                    <a:pt x="10513" y="9893"/>
                  </a:lnTo>
                  <a:lnTo>
                    <a:pt x="9250" y="10019"/>
                  </a:lnTo>
                  <a:lnTo>
                    <a:pt x="7832" y="10179"/>
                  </a:lnTo>
                  <a:lnTo>
                    <a:pt x="7365" y="10229"/>
                  </a:lnTo>
                  <a:lnTo>
                    <a:pt x="7653" y="9498"/>
                  </a:lnTo>
                  <a:lnTo>
                    <a:pt x="7978" y="8767"/>
                  </a:lnTo>
                  <a:lnTo>
                    <a:pt x="8344" y="8040"/>
                  </a:lnTo>
                  <a:lnTo>
                    <a:pt x="8752" y="7323"/>
                  </a:lnTo>
                  <a:lnTo>
                    <a:pt x="9206" y="6618"/>
                  </a:lnTo>
                  <a:lnTo>
                    <a:pt x="9707" y="5932"/>
                  </a:lnTo>
                  <a:lnTo>
                    <a:pt x="10258" y="5268"/>
                  </a:lnTo>
                  <a:lnTo>
                    <a:pt x="10863" y="4631"/>
                  </a:lnTo>
                  <a:lnTo>
                    <a:pt x="11523" y="4025"/>
                  </a:lnTo>
                  <a:lnTo>
                    <a:pt x="12241" y="3454"/>
                  </a:lnTo>
                  <a:lnTo>
                    <a:pt x="13019" y="2925"/>
                  </a:lnTo>
                  <a:lnTo>
                    <a:pt x="13066" y="2925"/>
                  </a:lnTo>
                  <a:lnTo>
                    <a:pt x="13066" y="2894"/>
                  </a:lnTo>
                  <a:lnTo>
                    <a:pt x="13157" y="3119"/>
                  </a:lnTo>
                  <a:lnTo>
                    <a:pt x="13225" y="3338"/>
                  </a:lnTo>
                  <a:lnTo>
                    <a:pt x="13285" y="3545"/>
                  </a:lnTo>
                  <a:lnTo>
                    <a:pt x="13349" y="3736"/>
                  </a:lnTo>
                  <a:lnTo>
                    <a:pt x="13567" y="4572"/>
                  </a:lnTo>
                  <a:lnTo>
                    <a:pt x="13724" y="5420"/>
                  </a:lnTo>
                  <a:lnTo>
                    <a:pt x="13838" y="6264"/>
                  </a:lnTo>
                  <a:lnTo>
                    <a:pt x="13927" y="7109"/>
                  </a:lnTo>
                  <a:lnTo>
                    <a:pt x="14009" y="7945"/>
                  </a:lnTo>
                  <a:lnTo>
                    <a:pt x="14071" y="8400"/>
                  </a:lnTo>
                  <a:lnTo>
                    <a:pt x="14121" y="8862"/>
                  </a:lnTo>
                  <a:lnTo>
                    <a:pt x="14161" y="9323"/>
                  </a:lnTo>
                  <a:lnTo>
                    <a:pt x="14197" y="9778"/>
                  </a:lnTo>
                  <a:lnTo>
                    <a:pt x="14197" y="0"/>
                  </a:lnTo>
                  <a:lnTo>
                    <a:pt x="12331" y="106"/>
                  </a:lnTo>
                  <a:lnTo>
                    <a:pt x="11135" y="309"/>
                  </a:lnTo>
                  <a:lnTo>
                    <a:pt x="10081" y="574"/>
                  </a:lnTo>
                  <a:lnTo>
                    <a:pt x="9096" y="918"/>
                  </a:lnTo>
                  <a:lnTo>
                    <a:pt x="8178" y="1334"/>
                  </a:lnTo>
                  <a:lnTo>
                    <a:pt x="7324" y="1815"/>
                  </a:lnTo>
                  <a:lnTo>
                    <a:pt x="6533" y="2353"/>
                  </a:lnTo>
                  <a:lnTo>
                    <a:pt x="5801" y="2941"/>
                  </a:lnTo>
                  <a:lnTo>
                    <a:pt x="5128" y="3570"/>
                  </a:lnTo>
                  <a:lnTo>
                    <a:pt x="4509" y="4235"/>
                  </a:lnTo>
                  <a:lnTo>
                    <a:pt x="3944" y="4927"/>
                  </a:lnTo>
                  <a:lnTo>
                    <a:pt x="3429" y="5639"/>
                  </a:lnTo>
                  <a:lnTo>
                    <a:pt x="2963" y="6363"/>
                  </a:lnTo>
                  <a:lnTo>
                    <a:pt x="2542" y="7093"/>
                  </a:lnTo>
                  <a:lnTo>
                    <a:pt x="2166" y="7821"/>
                  </a:lnTo>
                  <a:lnTo>
                    <a:pt x="1831" y="8539"/>
                  </a:lnTo>
                  <a:lnTo>
                    <a:pt x="1535" y="9239"/>
                  </a:lnTo>
                  <a:lnTo>
                    <a:pt x="1276" y="9916"/>
                  </a:lnTo>
                  <a:lnTo>
                    <a:pt x="1051" y="10560"/>
                  </a:lnTo>
                  <a:lnTo>
                    <a:pt x="817" y="11295"/>
                  </a:lnTo>
                  <a:lnTo>
                    <a:pt x="611" y="12036"/>
                  </a:lnTo>
                  <a:lnTo>
                    <a:pt x="433" y="12781"/>
                  </a:lnTo>
                  <a:lnTo>
                    <a:pt x="286" y="13529"/>
                  </a:lnTo>
                  <a:lnTo>
                    <a:pt x="169" y="14280"/>
                  </a:lnTo>
                  <a:lnTo>
                    <a:pt x="83" y="15039"/>
                  </a:lnTo>
                  <a:lnTo>
                    <a:pt x="32" y="15787"/>
                  </a:lnTo>
                  <a:lnTo>
                    <a:pt x="3" y="17053"/>
                  </a:lnTo>
                  <a:lnTo>
                    <a:pt x="0" y="17868"/>
                  </a:lnTo>
                  <a:lnTo>
                    <a:pt x="82" y="18546"/>
                  </a:lnTo>
                  <a:lnTo>
                    <a:pt x="312" y="19172"/>
                  </a:lnTo>
                  <a:lnTo>
                    <a:pt x="756" y="19699"/>
                  </a:lnTo>
                  <a:lnTo>
                    <a:pt x="1483" y="20081"/>
                  </a:lnTo>
                  <a:lnTo>
                    <a:pt x="2559" y="20270"/>
                  </a:lnTo>
                  <a:lnTo>
                    <a:pt x="3075" y="20272"/>
                  </a:lnTo>
                  <a:lnTo>
                    <a:pt x="3684" y="20221"/>
                  </a:lnTo>
                  <a:lnTo>
                    <a:pt x="4632" y="19879"/>
                  </a:lnTo>
                  <a:lnTo>
                    <a:pt x="5221" y="19277"/>
                  </a:lnTo>
                  <a:lnTo>
                    <a:pt x="5522" y="18534"/>
                  </a:lnTo>
                  <a:lnTo>
                    <a:pt x="5673" y="17757"/>
                  </a:lnTo>
                  <a:lnTo>
                    <a:pt x="5810" y="17053"/>
                  </a:lnTo>
                  <a:lnTo>
                    <a:pt x="5984" y="16325"/>
                  </a:lnTo>
                  <a:lnTo>
                    <a:pt x="6098" y="15587"/>
                  </a:lnTo>
                  <a:lnTo>
                    <a:pt x="6181" y="14844"/>
                  </a:lnTo>
                  <a:lnTo>
                    <a:pt x="6260" y="14101"/>
                  </a:lnTo>
                  <a:lnTo>
                    <a:pt x="6363" y="13362"/>
                  </a:lnTo>
                  <a:lnTo>
                    <a:pt x="6517" y="12634"/>
                  </a:lnTo>
                  <a:lnTo>
                    <a:pt x="6517" y="12574"/>
                  </a:lnTo>
                  <a:lnTo>
                    <a:pt x="6564" y="12544"/>
                  </a:lnTo>
                  <a:lnTo>
                    <a:pt x="7596" y="12616"/>
                  </a:lnTo>
                  <a:lnTo>
                    <a:pt x="8637" y="12623"/>
                  </a:lnTo>
                  <a:lnTo>
                    <a:pt x="9678" y="12591"/>
                  </a:lnTo>
                  <a:lnTo>
                    <a:pt x="10710" y="12544"/>
                  </a:lnTo>
                  <a:lnTo>
                    <a:pt x="11424" y="12535"/>
                  </a:lnTo>
                  <a:lnTo>
                    <a:pt x="12237" y="12540"/>
                  </a:lnTo>
                  <a:lnTo>
                    <a:pt x="13328" y="12540"/>
                  </a:lnTo>
                  <a:lnTo>
                    <a:pt x="13520" y="12535"/>
                  </a:lnTo>
                  <a:lnTo>
                    <a:pt x="14386" y="12514"/>
                  </a:lnTo>
                  <a:lnTo>
                    <a:pt x="14388" y="12544"/>
                  </a:lnTo>
                  <a:lnTo>
                    <a:pt x="14390" y="12574"/>
                  </a:lnTo>
                  <a:lnTo>
                    <a:pt x="14393" y="12616"/>
                  </a:lnTo>
                  <a:lnTo>
                    <a:pt x="14394" y="12634"/>
                  </a:lnTo>
                  <a:lnTo>
                    <a:pt x="14413" y="12920"/>
                  </a:lnTo>
                  <a:lnTo>
                    <a:pt x="14427" y="13326"/>
                  </a:lnTo>
                  <a:lnTo>
                    <a:pt x="14430" y="14280"/>
                  </a:lnTo>
                  <a:lnTo>
                    <a:pt x="14417" y="14867"/>
                  </a:lnTo>
                  <a:lnTo>
                    <a:pt x="14385" y="15642"/>
                  </a:lnTo>
                  <a:lnTo>
                    <a:pt x="14369" y="16325"/>
                  </a:lnTo>
                  <a:lnTo>
                    <a:pt x="14387" y="17262"/>
                  </a:lnTo>
                  <a:lnTo>
                    <a:pt x="14475" y="18073"/>
                  </a:lnTo>
                  <a:lnTo>
                    <a:pt x="14656" y="18863"/>
                  </a:lnTo>
                  <a:lnTo>
                    <a:pt x="14959" y="19613"/>
                  </a:lnTo>
                  <a:lnTo>
                    <a:pt x="15409" y="20308"/>
                  </a:lnTo>
                  <a:lnTo>
                    <a:pt x="16035" y="20931"/>
                  </a:lnTo>
                  <a:lnTo>
                    <a:pt x="17637" y="21513"/>
                  </a:lnTo>
                  <a:lnTo>
                    <a:pt x="18685" y="21600"/>
                  </a:lnTo>
                  <a:lnTo>
                    <a:pt x="19710" y="21521"/>
                  </a:lnTo>
                  <a:lnTo>
                    <a:pt x="20570" y="21256"/>
                  </a:lnTo>
                  <a:lnTo>
                    <a:pt x="21124" y="20781"/>
                  </a:lnTo>
                  <a:lnTo>
                    <a:pt x="21483" y="19959"/>
                  </a:lnTo>
                  <a:lnTo>
                    <a:pt x="21600" y="19122"/>
                  </a:lnTo>
                  <a:close/>
                </a:path>
              </a:pathLst>
            </a:custGeom>
            <a:solidFill>
              <a:srgbClr val="FF4F4F"/>
            </a:solidFill>
            <a:ln w="12700" cap="flat">
              <a:noFill/>
              <a:miter lim="400000"/>
            </a:ln>
            <a:effectLst/>
          </p:spPr>
          <p:txBody>
            <a:bodyPr wrap="square" lIns="45719" tIns="45719" rIns="45719" bIns="45719" numCol="1" anchor="t">
              <a:noAutofit/>
            </a:bodyPr>
            <a:lstStyle/>
            <a:p>
              <a:pPr>
                <a:defRPr sz="1200"/>
              </a:pPr>
              <a:endParaRPr/>
            </a:p>
          </p:txBody>
        </p:sp>
        <p:sp>
          <p:nvSpPr>
            <p:cNvPr id="308" name="Shape"/>
            <p:cNvSpPr/>
            <p:nvPr/>
          </p:nvSpPr>
          <p:spPr>
            <a:xfrm>
              <a:off x="1047555" y="15271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7545"/>
                  </a:moveTo>
                  <a:lnTo>
                    <a:pt x="8268" y="0"/>
                  </a:lnTo>
                  <a:lnTo>
                    <a:pt x="0" y="3273"/>
                  </a:lnTo>
                  <a:lnTo>
                    <a:pt x="17891" y="21600"/>
                  </a:lnTo>
                  <a:lnTo>
                    <a:pt x="21600" y="7545"/>
                  </a:lnTo>
                  <a:close/>
                </a:path>
              </a:pathLst>
            </a:custGeom>
            <a:noFill/>
            <a:ln w="12700" cap="flat">
              <a:noFill/>
              <a:miter lim="400000"/>
            </a:ln>
            <a:effectLst/>
          </p:spPr>
          <p:txBody>
            <a:bodyPr wrap="square" lIns="45719" tIns="45719" rIns="45719" bIns="45719" numCol="1" anchor="t">
              <a:noAutofit/>
            </a:bodyPr>
            <a:lstStyle/>
            <a:p>
              <a:pPr>
                <a:defRPr sz="1200"/>
              </a:pPr>
              <a:endParaRPr/>
            </a:p>
          </p:txBody>
        </p:sp>
      </p:grpSp>
      <p:sp>
        <p:nvSpPr>
          <p:cNvPr id="310" name="object 5"/>
          <p:cNvSpPr/>
          <p:nvPr/>
        </p:nvSpPr>
        <p:spPr>
          <a:xfrm>
            <a:off x="5300526" y="3036721"/>
            <a:ext cx="559282" cy="940963"/>
          </a:xfrm>
          <a:custGeom>
            <a:avLst/>
            <a:gdLst/>
            <a:ahLst/>
            <a:cxnLst>
              <a:cxn ang="0">
                <a:pos x="wd2" y="hd2"/>
              </a:cxn>
              <a:cxn ang="5400000">
                <a:pos x="wd2" y="hd2"/>
              </a:cxn>
              <a:cxn ang="10800000">
                <a:pos x="wd2" y="hd2"/>
              </a:cxn>
              <a:cxn ang="16200000">
                <a:pos x="wd2" y="hd2"/>
              </a:cxn>
            </a:cxnLst>
            <a:rect l="0" t="0" r="r" b="b"/>
            <a:pathLst>
              <a:path w="21600" h="21600" extrusionOk="0">
                <a:moveTo>
                  <a:pt x="19379" y="21600"/>
                </a:moveTo>
                <a:lnTo>
                  <a:pt x="17585" y="21323"/>
                </a:lnTo>
                <a:lnTo>
                  <a:pt x="16708" y="20753"/>
                </a:lnTo>
                <a:lnTo>
                  <a:pt x="16071" y="20142"/>
                </a:lnTo>
                <a:lnTo>
                  <a:pt x="15630" y="19492"/>
                </a:lnTo>
                <a:lnTo>
                  <a:pt x="15339" y="18803"/>
                </a:lnTo>
                <a:lnTo>
                  <a:pt x="15152" y="18077"/>
                </a:lnTo>
                <a:lnTo>
                  <a:pt x="14752" y="17702"/>
                </a:lnTo>
                <a:lnTo>
                  <a:pt x="13663" y="16660"/>
                </a:lnTo>
                <a:lnTo>
                  <a:pt x="11118" y="14181"/>
                </a:lnTo>
                <a:lnTo>
                  <a:pt x="9243" y="12322"/>
                </a:lnTo>
                <a:lnTo>
                  <a:pt x="7079" y="10251"/>
                </a:lnTo>
                <a:lnTo>
                  <a:pt x="6363" y="9548"/>
                </a:lnTo>
                <a:lnTo>
                  <a:pt x="6501" y="10315"/>
                </a:lnTo>
                <a:lnTo>
                  <a:pt x="6619" y="11082"/>
                </a:lnTo>
                <a:lnTo>
                  <a:pt x="6723" y="11850"/>
                </a:lnTo>
                <a:lnTo>
                  <a:pt x="7009" y="14152"/>
                </a:lnTo>
                <a:lnTo>
                  <a:pt x="7099" y="14735"/>
                </a:lnTo>
                <a:lnTo>
                  <a:pt x="7335" y="16013"/>
                </a:lnTo>
                <a:lnTo>
                  <a:pt x="7431" y="16678"/>
                </a:lnTo>
                <a:lnTo>
                  <a:pt x="7480" y="17343"/>
                </a:lnTo>
                <a:lnTo>
                  <a:pt x="7458" y="17991"/>
                </a:lnTo>
                <a:lnTo>
                  <a:pt x="7340" y="18611"/>
                </a:lnTo>
                <a:lnTo>
                  <a:pt x="7100" y="19186"/>
                </a:lnTo>
                <a:lnTo>
                  <a:pt x="6162" y="20149"/>
                </a:lnTo>
                <a:lnTo>
                  <a:pt x="4446" y="20766"/>
                </a:lnTo>
                <a:lnTo>
                  <a:pt x="3235" y="20910"/>
                </a:lnTo>
                <a:lnTo>
                  <a:pt x="1799" y="20884"/>
                </a:lnTo>
                <a:lnTo>
                  <a:pt x="872" y="20615"/>
                </a:lnTo>
                <a:lnTo>
                  <a:pt x="347" y="20139"/>
                </a:lnTo>
                <a:lnTo>
                  <a:pt x="111" y="19488"/>
                </a:lnTo>
                <a:lnTo>
                  <a:pt x="57" y="18697"/>
                </a:lnTo>
                <a:lnTo>
                  <a:pt x="76" y="16365"/>
                </a:lnTo>
                <a:lnTo>
                  <a:pt x="75" y="14813"/>
                </a:lnTo>
                <a:lnTo>
                  <a:pt x="18" y="12389"/>
                </a:lnTo>
                <a:lnTo>
                  <a:pt x="0" y="10739"/>
                </a:lnTo>
                <a:lnTo>
                  <a:pt x="5" y="9912"/>
                </a:lnTo>
                <a:lnTo>
                  <a:pt x="23" y="9082"/>
                </a:lnTo>
                <a:lnTo>
                  <a:pt x="125" y="6737"/>
                </a:lnTo>
                <a:lnTo>
                  <a:pt x="194" y="5958"/>
                </a:lnTo>
                <a:lnTo>
                  <a:pt x="337" y="5186"/>
                </a:lnTo>
                <a:lnTo>
                  <a:pt x="593" y="4439"/>
                </a:lnTo>
                <a:lnTo>
                  <a:pt x="1001" y="3733"/>
                </a:lnTo>
                <a:lnTo>
                  <a:pt x="1597" y="3379"/>
                </a:lnTo>
                <a:lnTo>
                  <a:pt x="1829" y="3188"/>
                </a:lnTo>
                <a:lnTo>
                  <a:pt x="2149" y="3066"/>
                </a:lnTo>
                <a:lnTo>
                  <a:pt x="2553" y="3026"/>
                </a:lnTo>
                <a:lnTo>
                  <a:pt x="3037" y="3084"/>
                </a:lnTo>
                <a:lnTo>
                  <a:pt x="3580" y="3064"/>
                </a:lnTo>
                <a:lnTo>
                  <a:pt x="4725" y="3379"/>
                </a:lnTo>
                <a:lnTo>
                  <a:pt x="5122" y="3910"/>
                </a:lnTo>
                <a:lnTo>
                  <a:pt x="6093" y="4444"/>
                </a:lnTo>
                <a:lnTo>
                  <a:pt x="7012" y="5030"/>
                </a:lnTo>
                <a:lnTo>
                  <a:pt x="7884" y="5658"/>
                </a:lnTo>
                <a:lnTo>
                  <a:pt x="8715" y="6317"/>
                </a:lnTo>
                <a:lnTo>
                  <a:pt x="9510" y="6998"/>
                </a:lnTo>
                <a:lnTo>
                  <a:pt x="10274" y="7691"/>
                </a:lnTo>
                <a:lnTo>
                  <a:pt x="11011" y="8385"/>
                </a:lnTo>
                <a:lnTo>
                  <a:pt x="12427" y="9736"/>
                </a:lnTo>
                <a:lnTo>
                  <a:pt x="13116" y="10374"/>
                </a:lnTo>
                <a:lnTo>
                  <a:pt x="14606" y="11702"/>
                </a:lnTo>
                <a:lnTo>
                  <a:pt x="14615" y="10723"/>
                </a:lnTo>
                <a:lnTo>
                  <a:pt x="14640" y="9978"/>
                </a:lnTo>
                <a:lnTo>
                  <a:pt x="14679" y="9232"/>
                </a:lnTo>
                <a:lnTo>
                  <a:pt x="14730" y="8485"/>
                </a:lnTo>
                <a:lnTo>
                  <a:pt x="14857" y="6992"/>
                </a:lnTo>
                <a:lnTo>
                  <a:pt x="15176" y="3861"/>
                </a:lnTo>
                <a:lnTo>
                  <a:pt x="15289" y="3047"/>
                </a:lnTo>
                <a:lnTo>
                  <a:pt x="15459" y="2238"/>
                </a:lnTo>
                <a:lnTo>
                  <a:pt x="15718" y="1434"/>
                </a:lnTo>
                <a:lnTo>
                  <a:pt x="16096" y="635"/>
                </a:lnTo>
                <a:lnTo>
                  <a:pt x="16787" y="49"/>
                </a:lnTo>
                <a:lnTo>
                  <a:pt x="17716" y="0"/>
                </a:lnTo>
                <a:lnTo>
                  <a:pt x="18616" y="327"/>
                </a:lnTo>
                <a:lnTo>
                  <a:pt x="19224" y="871"/>
                </a:lnTo>
                <a:lnTo>
                  <a:pt x="19274" y="871"/>
                </a:lnTo>
                <a:lnTo>
                  <a:pt x="19274" y="930"/>
                </a:lnTo>
                <a:lnTo>
                  <a:pt x="19602" y="1681"/>
                </a:lnTo>
                <a:lnTo>
                  <a:pt x="19860" y="2449"/>
                </a:lnTo>
                <a:lnTo>
                  <a:pt x="20054" y="3230"/>
                </a:lnTo>
                <a:lnTo>
                  <a:pt x="20195" y="4023"/>
                </a:lnTo>
                <a:lnTo>
                  <a:pt x="20291" y="4824"/>
                </a:lnTo>
                <a:lnTo>
                  <a:pt x="20348" y="5631"/>
                </a:lnTo>
                <a:lnTo>
                  <a:pt x="20377" y="6441"/>
                </a:lnTo>
                <a:lnTo>
                  <a:pt x="20386" y="7252"/>
                </a:lnTo>
                <a:lnTo>
                  <a:pt x="20373" y="9665"/>
                </a:lnTo>
                <a:lnTo>
                  <a:pt x="20383" y="10453"/>
                </a:lnTo>
                <a:lnTo>
                  <a:pt x="20416" y="11230"/>
                </a:lnTo>
                <a:lnTo>
                  <a:pt x="20508" y="12755"/>
                </a:lnTo>
                <a:lnTo>
                  <a:pt x="20567" y="13523"/>
                </a:lnTo>
                <a:lnTo>
                  <a:pt x="20641" y="14294"/>
                </a:lnTo>
                <a:lnTo>
                  <a:pt x="20737" y="15070"/>
                </a:lnTo>
                <a:lnTo>
                  <a:pt x="20859" y="15848"/>
                </a:lnTo>
                <a:lnTo>
                  <a:pt x="21011" y="16631"/>
                </a:lnTo>
                <a:lnTo>
                  <a:pt x="21201" y="17370"/>
                </a:lnTo>
                <a:lnTo>
                  <a:pt x="21416" y="18110"/>
                </a:lnTo>
                <a:lnTo>
                  <a:pt x="21576" y="18844"/>
                </a:lnTo>
                <a:lnTo>
                  <a:pt x="21600" y="19569"/>
                </a:lnTo>
                <a:lnTo>
                  <a:pt x="21406" y="20279"/>
                </a:lnTo>
                <a:lnTo>
                  <a:pt x="20912" y="20969"/>
                </a:lnTo>
                <a:lnTo>
                  <a:pt x="20260" y="21386"/>
                </a:lnTo>
                <a:lnTo>
                  <a:pt x="19379" y="21600"/>
                </a:lnTo>
                <a:close/>
              </a:path>
            </a:pathLst>
          </a:custGeom>
          <a:solidFill>
            <a:srgbClr val="FF4F4F"/>
          </a:solidFill>
          <a:ln w="12700">
            <a:miter lim="400000"/>
          </a:ln>
        </p:spPr>
        <p:txBody>
          <a:bodyPr lIns="45719" rIns="45719"/>
          <a:lstStyle/>
          <a:p>
            <a:pPr>
              <a:defRPr sz="1200"/>
            </a:pPr>
            <a:endParaRPr/>
          </a:p>
        </p:txBody>
      </p:sp>
      <p:grpSp>
        <p:nvGrpSpPr>
          <p:cNvPr id="314" name="object 6"/>
          <p:cNvGrpSpPr/>
          <p:nvPr/>
        </p:nvGrpSpPr>
        <p:grpSpPr>
          <a:xfrm>
            <a:off x="5954259" y="2939371"/>
            <a:ext cx="1574513" cy="1083438"/>
            <a:chOff x="0" y="0"/>
            <a:chExt cx="1574512" cy="1083436"/>
          </a:xfrm>
        </p:grpSpPr>
        <p:sp>
          <p:nvSpPr>
            <p:cNvPr id="311" name="Shape"/>
            <p:cNvSpPr/>
            <p:nvPr/>
          </p:nvSpPr>
          <p:spPr>
            <a:xfrm>
              <a:off x="0" y="0"/>
              <a:ext cx="650528" cy="966013"/>
            </a:xfrm>
            <a:custGeom>
              <a:avLst/>
              <a:gdLst/>
              <a:ahLst/>
              <a:cxnLst>
                <a:cxn ang="0">
                  <a:pos x="wd2" y="hd2"/>
                </a:cxn>
                <a:cxn ang="5400000">
                  <a:pos x="wd2" y="hd2"/>
                </a:cxn>
                <a:cxn ang="10800000">
                  <a:pos x="wd2" y="hd2"/>
                </a:cxn>
                <a:cxn ang="16200000">
                  <a:pos x="wd2" y="hd2"/>
                </a:cxn>
              </a:cxnLst>
              <a:rect l="0" t="0" r="r" b="b"/>
              <a:pathLst>
                <a:path w="21600" h="21600" extrusionOk="0">
                  <a:moveTo>
                    <a:pt x="21600" y="20328"/>
                  </a:moveTo>
                  <a:lnTo>
                    <a:pt x="21377" y="19355"/>
                  </a:lnTo>
                  <a:lnTo>
                    <a:pt x="20971" y="18856"/>
                  </a:lnTo>
                  <a:lnTo>
                    <a:pt x="20349" y="18376"/>
                  </a:lnTo>
                  <a:lnTo>
                    <a:pt x="19597" y="17891"/>
                  </a:lnTo>
                  <a:lnTo>
                    <a:pt x="18857" y="17380"/>
                  </a:lnTo>
                  <a:lnTo>
                    <a:pt x="18127" y="16849"/>
                  </a:lnTo>
                  <a:lnTo>
                    <a:pt x="17403" y="16302"/>
                  </a:lnTo>
                  <a:lnTo>
                    <a:pt x="15238" y="14618"/>
                  </a:lnTo>
                  <a:lnTo>
                    <a:pt x="14508" y="14058"/>
                  </a:lnTo>
                  <a:lnTo>
                    <a:pt x="13769" y="13506"/>
                  </a:lnTo>
                  <a:lnTo>
                    <a:pt x="13016" y="12967"/>
                  </a:lnTo>
                  <a:lnTo>
                    <a:pt x="12248" y="12447"/>
                  </a:lnTo>
                  <a:lnTo>
                    <a:pt x="11460" y="11950"/>
                  </a:lnTo>
                  <a:lnTo>
                    <a:pt x="10650" y="11480"/>
                  </a:lnTo>
                  <a:lnTo>
                    <a:pt x="9815" y="11043"/>
                  </a:lnTo>
                  <a:lnTo>
                    <a:pt x="8951" y="10643"/>
                  </a:lnTo>
                  <a:lnTo>
                    <a:pt x="9792" y="10150"/>
                  </a:lnTo>
                  <a:lnTo>
                    <a:pt x="10621" y="9652"/>
                  </a:lnTo>
                  <a:lnTo>
                    <a:pt x="11438" y="9148"/>
                  </a:lnTo>
                  <a:lnTo>
                    <a:pt x="12243" y="8637"/>
                  </a:lnTo>
                  <a:lnTo>
                    <a:pt x="13036" y="8119"/>
                  </a:lnTo>
                  <a:lnTo>
                    <a:pt x="13816" y="7593"/>
                  </a:lnTo>
                  <a:lnTo>
                    <a:pt x="14585" y="7057"/>
                  </a:lnTo>
                  <a:lnTo>
                    <a:pt x="15341" y="6511"/>
                  </a:lnTo>
                  <a:lnTo>
                    <a:pt x="16085" y="5955"/>
                  </a:lnTo>
                  <a:lnTo>
                    <a:pt x="16817" y="5386"/>
                  </a:lnTo>
                  <a:lnTo>
                    <a:pt x="17537" y="4804"/>
                  </a:lnTo>
                  <a:lnTo>
                    <a:pt x="18245" y="4209"/>
                  </a:lnTo>
                  <a:lnTo>
                    <a:pt x="18941" y="3600"/>
                  </a:lnTo>
                  <a:lnTo>
                    <a:pt x="19132" y="3097"/>
                  </a:lnTo>
                  <a:lnTo>
                    <a:pt x="18813" y="2574"/>
                  </a:lnTo>
                  <a:lnTo>
                    <a:pt x="18182" y="2161"/>
                  </a:lnTo>
                  <a:lnTo>
                    <a:pt x="17433" y="1990"/>
                  </a:lnTo>
                  <a:lnTo>
                    <a:pt x="16764" y="2191"/>
                  </a:lnTo>
                  <a:lnTo>
                    <a:pt x="16040" y="2734"/>
                  </a:lnTo>
                  <a:lnTo>
                    <a:pt x="15281" y="3254"/>
                  </a:lnTo>
                  <a:lnTo>
                    <a:pt x="14489" y="3756"/>
                  </a:lnTo>
                  <a:lnTo>
                    <a:pt x="13668" y="4239"/>
                  </a:lnTo>
                  <a:lnTo>
                    <a:pt x="12820" y="4705"/>
                  </a:lnTo>
                  <a:lnTo>
                    <a:pt x="11950" y="5156"/>
                  </a:lnTo>
                  <a:lnTo>
                    <a:pt x="11060" y="5593"/>
                  </a:lnTo>
                  <a:lnTo>
                    <a:pt x="10155" y="6018"/>
                  </a:lnTo>
                  <a:lnTo>
                    <a:pt x="9235" y="6432"/>
                  </a:lnTo>
                  <a:lnTo>
                    <a:pt x="8306" y="6837"/>
                  </a:lnTo>
                  <a:lnTo>
                    <a:pt x="7371" y="7234"/>
                  </a:lnTo>
                  <a:lnTo>
                    <a:pt x="6432" y="7624"/>
                  </a:lnTo>
                  <a:lnTo>
                    <a:pt x="6643" y="5110"/>
                  </a:lnTo>
                  <a:lnTo>
                    <a:pt x="6696" y="4338"/>
                  </a:lnTo>
                  <a:lnTo>
                    <a:pt x="6715" y="3557"/>
                  </a:lnTo>
                  <a:lnTo>
                    <a:pt x="6681" y="2780"/>
                  </a:lnTo>
                  <a:lnTo>
                    <a:pt x="6572" y="2025"/>
                  </a:lnTo>
                  <a:lnTo>
                    <a:pt x="6368" y="1306"/>
                  </a:lnTo>
                  <a:lnTo>
                    <a:pt x="6048" y="639"/>
                  </a:lnTo>
                  <a:lnTo>
                    <a:pt x="4485" y="129"/>
                  </a:lnTo>
                  <a:lnTo>
                    <a:pt x="3449" y="0"/>
                  </a:lnTo>
                  <a:lnTo>
                    <a:pt x="2889" y="93"/>
                  </a:lnTo>
                  <a:lnTo>
                    <a:pt x="2466" y="735"/>
                  </a:lnTo>
                  <a:lnTo>
                    <a:pt x="2166" y="1441"/>
                  </a:lnTo>
                  <a:lnTo>
                    <a:pt x="1958" y="2189"/>
                  </a:lnTo>
                  <a:lnTo>
                    <a:pt x="1815" y="2958"/>
                  </a:lnTo>
                  <a:lnTo>
                    <a:pt x="1605" y="4475"/>
                  </a:lnTo>
                  <a:lnTo>
                    <a:pt x="1480" y="5181"/>
                  </a:lnTo>
                  <a:lnTo>
                    <a:pt x="1312" y="5925"/>
                  </a:lnTo>
                  <a:lnTo>
                    <a:pt x="1158" y="6669"/>
                  </a:lnTo>
                  <a:lnTo>
                    <a:pt x="1015" y="7414"/>
                  </a:lnTo>
                  <a:lnTo>
                    <a:pt x="758" y="8907"/>
                  </a:lnTo>
                  <a:lnTo>
                    <a:pt x="232" y="12315"/>
                  </a:lnTo>
                  <a:lnTo>
                    <a:pt x="140" y="12956"/>
                  </a:lnTo>
                  <a:lnTo>
                    <a:pt x="62" y="13626"/>
                  </a:lnTo>
                  <a:lnTo>
                    <a:pt x="12" y="14312"/>
                  </a:lnTo>
                  <a:lnTo>
                    <a:pt x="0" y="15004"/>
                  </a:lnTo>
                  <a:lnTo>
                    <a:pt x="40" y="15692"/>
                  </a:lnTo>
                  <a:lnTo>
                    <a:pt x="143" y="16362"/>
                  </a:lnTo>
                  <a:lnTo>
                    <a:pt x="321" y="17006"/>
                  </a:lnTo>
                  <a:lnTo>
                    <a:pt x="587" y="17611"/>
                  </a:lnTo>
                  <a:lnTo>
                    <a:pt x="953" y="18166"/>
                  </a:lnTo>
                  <a:lnTo>
                    <a:pt x="1431" y="18661"/>
                  </a:lnTo>
                  <a:lnTo>
                    <a:pt x="2033" y="19084"/>
                  </a:lnTo>
                  <a:lnTo>
                    <a:pt x="2771" y="19424"/>
                  </a:lnTo>
                  <a:lnTo>
                    <a:pt x="3658" y="19670"/>
                  </a:lnTo>
                  <a:lnTo>
                    <a:pt x="4666" y="19871"/>
                  </a:lnTo>
                  <a:lnTo>
                    <a:pt x="5213" y="19929"/>
                  </a:lnTo>
                  <a:lnTo>
                    <a:pt x="5707" y="19900"/>
                  </a:lnTo>
                  <a:lnTo>
                    <a:pt x="6457" y="19596"/>
                  </a:lnTo>
                  <a:lnTo>
                    <a:pt x="6678" y="19152"/>
                  </a:lnTo>
                  <a:lnTo>
                    <a:pt x="6595" y="18622"/>
                  </a:lnTo>
                  <a:lnTo>
                    <a:pt x="6432" y="18060"/>
                  </a:lnTo>
                  <a:lnTo>
                    <a:pt x="6292" y="17243"/>
                  </a:lnTo>
                  <a:lnTo>
                    <a:pt x="6205" y="16429"/>
                  </a:lnTo>
                  <a:lnTo>
                    <a:pt x="6160" y="15617"/>
                  </a:lnTo>
                  <a:lnTo>
                    <a:pt x="6148" y="14804"/>
                  </a:lnTo>
                  <a:lnTo>
                    <a:pt x="6157" y="13990"/>
                  </a:lnTo>
                  <a:lnTo>
                    <a:pt x="6176" y="13173"/>
                  </a:lnTo>
                  <a:lnTo>
                    <a:pt x="7060" y="13580"/>
                  </a:lnTo>
                  <a:lnTo>
                    <a:pt x="7879" y="14067"/>
                  </a:lnTo>
                  <a:lnTo>
                    <a:pt x="8642" y="14607"/>
                  </a:lnTo>
                  <a:lnTo>
                    <a:pt x="9354" y="15172"/>
                  </a:lnTo>
                  <a:lnTo>
                    <a:pt x="11343" y="16863"/>
                  </a:lnTo>
                  <a:lnTo>
                    <a:pt x="12738" y="18063"/>
                  </a:lnTo>
                  <a:lnTo>
                    <a:pt x="13462" y="18659"/>
                  </a:lnTo>
                  <a:lnTo>
                    <a:pt x="14213" y="19238"/>
                  </a:lnTo>
                  <a:lnTo>
                    <a:pt x="14997" y="19791"/>
                  </a:lnTo>
                  <a:lnTo>
                    <a:pt x="15822" y="20308"/>
                  </a:lnTo>
                  <a:lnTo>
                    <a:pt x="16693" y="20779"/>
                  </a:lnTo>
                  <a:lnTo>
                    <a:pt x="17617" y="21194"/>
                  </a:lnTo>
                  <a:lnTo>
                    <a:pt x="18530" y="21484"/>
                  </a:lnTo>
                  <a:lnTo>
                    <a:pt x="19352" y="21600"/>
                  </a:lnTo>
                  <a:lnTo>
                    <a:pt x="20067" y="21564"/>
                  </a:lnTo>
                  <a:lnTo>
                    <a:pt x="20664" y="21397"/>
                  </a:lnTo>
                  <a:lnTo>
                    <a:pt x="21127" y="21121"/>
                  </a:lnTo>
                  <a:lnTo>
                    <a:pt x="21444" y="20758"/>
                  </a:lnTo>
                  <a:lnTo>
                    <a:pt x="21600" y="20328"/>
                  </a:lnTo>
                  <a:close/>
                </a:path>
              </a:pathLst>
            </a:custGeom>
            <a:solidFill>
              <a:srgbClr val="FF4F4F"/>
            </a:solidFill>
            <a:ln w="12700" cap="flat">
              <a:noFill/>
              <a:miter lim="400000"/>
            </a:ln>
            <a:effectLst/>
          </p:spPr>
          <p:txBody>
            <a:bodyPr wrap="square" lIns="45719" tIns="45719" rIns="45719" bIns="45719" numCol="1" anchor="t">
              <a:noAutofit/>
            </a:bodyPr>
            <a:lstStyle/>
            <a:p>
              <a:pPr>
                <a:defRPr sz="1200"/>
              </a:pPr>
              <a:endParaRPr/>
            </a:p>
          </p:txBody>
        </p:sp>
        <p:sp>
          <p:nvSpPr>
            <p:cNvPr id="312" name="Shape"/>
            <p:cNvSpPr/>
            <p:nvPr/>
          </p:nvSpPr>
          <p:spPr>
            <a:xfrm>
              <a:off x="465006" y="159850"/>
              <a:ext cx="496918" cy="923587"/>
            </a:xfrm>
            <a:custGeom>
              <a:avLst/>
              <a:gdLst/>
              <a:ahLst/>
              <a:cxnLst>
                <a:cxn ang="0">
                  <a:pos x="wd2" y="hd2"/>
                </a:cxn>
                <a:cxn ang="5400000">
                  <a:pos x="wd2" y="hd2"/>
                </a:cxn>
                <a:cxn ang="10800000">
                  <a:pos x="wd2" y="hd2"/>
                </a:cxn>
                <a:cxn ang="16200000">
                  <a:pos x="wd2" y="hd2"/>
                </a:cxn>
              </a:cxnLst>
              <a:rect l="0" t="0" r="r" b="b"/>
              <a:pathLst>
                <a:path w="21600" h="21600" extrusionOk="0">
                  <a:moveTo>
                    <a:pt x="21600" y="778"/>
                  </a:moveTo>
                  <a:lnTo>
                    <a:pt x="21405" y="297"/>
                  </a:lnTo>
                  <a:lnTo>
                    <a:pt x="20653" y="0"/>
                  </a:lnTo>
                  <a:lnTo>
                    <a:pt x="19497" y="15"/>
                  </a:lnTo>
                  <a:lnTo>
                    <a:pt x="18332" y="217"/>
                  </a:lnTo>
                  <a:lnTo>
                    <a:pt x="16752" y="1033"/>
                  </a:lnTo>
                  <a:lnTo>
                    <a:pt x="16077" y="1675"/>
                  </a:lnTo>
                  <a:lnTo>
                    <a:pt x="15507" y="2378"/>
                  </a:lnTo>
                  <a:lnTo>
                    <a:pt x="15027" y="3115"/>
                  </a:lnTo>
                  <a:lnTo>
                    <a:pt x="14622" y="3858"/>
                  </a:lnTo>
                  <a:lnTo>
                    <a:pt x="14275" y="4582"/>
                  </a:lnTo>
                  <a:lnTo>
                    <a:pt x="13971" y="5259"/>
                  </a:lnTo>
                  <a:lnTo>
                    <a:pt x="13649" y="5948"/>
                  </a:lnTo>
                  <a:lnTo>
                    <a:pt x="13351" y="6642"/>
                  </a:lnTo>
                  <a:lnTo>
                    <a:pt x="13074" y="7341"/>
                  </a:lnTo>
                  <a:lnTo>
                    <a:pt x="12816" y="8043"/>
                  </a:lnTo>
                  <a:lnTo>
                    <a:pt x="12574" y="8747"/>
                  </a:lnTo>
                  <a:lnTo>
                    <a:pt x="11079" y="8213"/>
                  </a:lnTo>
                  <a:lnTo>
                    <a:pt x="10358" y="7935"/>
                  </a:lnTo>
                  <a:lnTo>
                    <a:pt x="9668" y="7634"/>
                  </a:lnTo>
                  <a:lnTo>
                    <a:pt x="8626" y="7108"/>
                  </a:lnTo>
                  <a:lnTo>
                    <a:pt x="6581" y="5969"/>
                  </a:lnTo>
                  <a:lnTo>
                    <a:pt x="5529" y="5418"/>
                  </a:lnTo>
                  <a:lnTo>
                    <a:pt x="4424" y="4920"/>
                  </a:lnTo>
                  <a:lnTo>
                    <a:pt x="3242" y="4507"/>
                  </a:lnTo>
                  <a:lnTo>
                    <a:pt x="2209" y="4332"/>
                  </a:lnTo>
                  <a:lnTo>
                    <a:pt x="1097" y="4345"/>
                  </a:lnTo>
                  <a:lnTo>
                    <a:pt x="247" y="4613"/>
                  </a:lnTo>
                  <a:lnTo>
                    <a:pt x="0" y="5199"/>
                  </a:lnTo>
                  <a:lnTo>
                    <a:pt x="315" y="5882"/>
                  </a:lnTo>
                  <a:lnTo>
                    <a:pt x="881" y="6560"/>
                  </a:lnTo>
                  <a:lnTo>
                    <a:pt x="1638" y="7224"/>
                  </a:lnTo>
                  <a:lnTo>
                    <a:pt x="2522" y="7865"/>
                  </a:lnTo>
                  <a:lnTo>
                    <a:pt x="3470" y="8473"/>
                  </a:lnTo>
                  <a:lnTo>
                    <a:pt x="4420" y="9041"/>
                  </a:lnTo>
                  <a:lnTo>
                    <a:pt x="5309" y="9558"/>
                  </a:lnTo>
                  <a:lnTo>
                    <a:pt x="6352" y="10141"/>
                  </a:lnTo>
                  <a:lnTo>
                    <a:pt x="7521" y="10714"/>
                  </a:lnTo>
                  <a:lnTo>
                    <a:pt x="8794" y="11245"/>
                  </a:lnTo>
                  <a:lnTo>
                    <a:pt x="10150" y="11702"/>
                  </a:lnTo>
                  <a:lnTo>
                    <a:pt x="11569" y="12054"/>
                  </a:lnTo>
                  <a:lnTo>
                    <a:pt x="11401" y="12686"/>
                  </a:lnTo>
                  <a:lnTo>
                    <a:pt x="11226" y="13445"/>
                  </a:lnTo>
                  <a:lnTo>
                    <a:pt x="11080" y="14211"/>
                  </a:lnTo>
                  <a:lnTo>
                    <a:pt x="10968" y="14982"/>
                  </a:lnTo>
                  <a:lnTo>
                    <a:pt x="10891" y="15756"/>
                  </a:lnTo>
                  <a:lnTo>
                    <a:pt x="10854" y="16532"/>
                  </a:lnTo>
                  <a:lnTo>
                    <a:pt x="10859" y="17307"/>
                  </a:lnTo>
                  <a:lnTo>
                    <a:pt x="10909" y="18080"/>
                  </a:lnTo>
                  <a:lnTo>
                    <a:pt x="11010" y="18850"/>
                  </a:lnTo>
                  <a:lnTo>
                    <a:pt x="11211" y="19609"/>
                  </a:lnTo>
                  <a:lnTo>
                    <a:pt x="11586" y="20257"/>
                  </a:lnTo>
                  <a:lnTo>
                    <a:pt x="12152" y="20788"/>
                  </a:lnTo>
                  <a:lnTo>
                    <a:pt x="13922" y="21467"/>
                  </a:lnTo>
                  <a:lnTo>
                    <a:pt x="15159" y="21600"/>
                  </a:lnTo>
                  <a:lnTo>
                    <a:pt x="16654" y="21586"/>
                  </a:lnTo>
                  <a:lnTo>
                    <a:pt x="18729" y="21281"/>
                  </a:lnTo>
                  <a:lnTo>
                    <a:pt x="20343" y="20594"/>
                  </a:lnTo>
                  <a:lnTo>
                    <a:pt x="20653" y="20136"/>
                  </a:lnTo>
                  <a:lnTo>
                    <a:pt x="20608" y="19639"/>
                  </a:lnTo>
                  <a:lnTo>
                    <a:pt x="20374" y="19131"/>
                  </a:lnTo>
                  <a:lnTo>
                    <a:pt x="20119" y="18639"/>
                  </a:lnTo>
                  <a:lnTo>
                    <a:pt x="19841" y="17877"/>
                  </a:lnTo>
                  <a:lnTo>
                    <a:pt x="19666" y="17104"/>
                  </a:lnTo>
                  <a:lnTo>
                    <a:pt x="19576" y="16322"/>
                  </a:lnTo>
                  <a:lnTo>
                    <a:pt x="19553" y="15535"/>
                  </a:lnTo>
                  <a:lnTo>
                    <a:pt x="19581" y="14744"/>
                  </a:lnTo>
                  <a:lnTo>
                    <a:pt x="19640" y="13954"/>
                  </a:lnTo>
                  <a:lnTo>
                    <a:pt x="19784" y="12385"/>
                  </a:lnTo>
                  <a:lnTo>
                    <a:pt x="19848" y="11593"/>
                  </a:lnTo>
                  <a:lnTo>
                    <a:pt x="19927" y="10802"/>
                  </a:lnTo>
                  <a:lnTo>
                    <a:pt x="20020" y="10011"/>
                  </a:lnTo>
                  <a:lnTo>
                    <a:pt x="20242" y="8431"/>
                  </a:lnTo>
                  <a:lnTo>
                    <a:pt x="20502" y="6856"/>
                  </a:lnTo>
                  <a:lnTo>
                    <a:pt x="20790" y="5289"/>
                  </a:lnTo>
                  <a:lnTo>
                    <a:pt x="20948" y="4562"/>
                  </a:lnTo>
                  <a:lnTo>
                    <a:pt x="21222" y="3098"/>
                  </a:lnTo>
                  <a:lnTo>
                    <a:pt x="21349" y="2372"/>
                  </a:lnTo>
                  <a:lnTo>
                    <a:pt x="21468" y="1875"/>
                  </a:lnTo>
                  <a:lnTo>
                    <a:pt x="21586" y="1323"/>
                  </a:lnTo>
                  <a:lnTo>
                    <a:pt x="21600" y="778"/>
                  </a:lnTo>
                  <a:close/>
                </a:path>
              </a:pathLst>
            </a:custGeom>
            <a:solidFill>
              <a:srgbClr val="FF4F4F"/>
            </a:solidFill>
            <a:ln w="12700" cap="flat">
              <a:noFill/>
              <a:miter lim="400000"/>
            </a:ln>
            <a:effectLst/>
          </p:spPr>
          <p:txBody>
            <a:bodyPr wrap="square" lIns="45719" tIns="45719" rIns="45719" bIns="45719" numCol="1" anchor="t">
              <a:noAutofit/>
            </a:bodyPr>
            <a:lstStyle/>
            <a:p>
              <a:pPr>
                <a:defRPr sz="1200"/>
              </a:pPr>
              <a:endParaRPr/>
            </a:p>
          </p:txBody>
        </p:sp>
        <p:sp>
          <p:nvSpPr>
            <p:cNvPr id="313" name="Shape"/>
            <p:cNvSpPr/>
            <p:nvPr/>
          </p:nvSpPr>
          <p:spPr>
            <a:xfrm>
              <a:off x="983987" y="118964"/>
              <a:ext cx="590526" cy="700304"/>
            </a:xfrm>
            <a:custGeom>
              <a:avLst/>
              <a:gdLst/>
              <a:ahLst/>
              <a:cxnLst>
                <a:cxn ang="0">
                  <a:pos x="wd2" y="hd2"/>
                </a:cxn>
                <a:cxn ang="5400000">
                  <a:pos x="wd2" y="hd2"/>
                </a:cxn>
                <a:cxn ang="10800000">
                  <a:pos x="wd2" y="hd2"/>
                </a:cxn>
                <a:cxn ang="16200000">
                  <a:pos x="wd2" y="hd2"/>
                </a:cxn>
              </a:cxnLst>
              <a:rect l="0" t="0" r="r" b="b"/>
              <a:pathLst>
                <a:path w="21600" h="21600" extrusionOk="0">
                  <a:moveTo>
                    <a:pt x="21600" y="10595"/>
                  </a:moveTo>
                  <a:lnTo>
                    <a:pt x="21518" y="9665"/>
                  </a:lnTo>
                  <a:lnTo>
                    <a:pt x="21347" y="8731"/>
                  </a:lnTo>
                  <a:lnTo>
                    <a:pt x="21084" y="7800"/>
                  </a:lnTo>
                  <a:lnTo>
                    <a:pt x="20438" y="6348"/>
                  </a:lnTo>
                  <a:lnTo>
                    <a:pt x="19991" y="5629"/>
                  </a:lnTo>
                  <a:lnTo>
                    <a:pt x="19469" y="4925"/>
                  </a:lnTo>
                  <a:lnTo>
                    <a:pt x="18880" y="4240"/>
                  </a:lnTo>
                  <a:lnTo>
                    <a:pt x="18230" y="3584"/>
                  </a:lnTo>
                  <a:lnTo>
                    <a:pt x="17527" y="2961"/>
                  </a:lnTo>
                  <a:lnTo>
                    <a:pt x="16776" y="2379"/>
                  </a:lnTo>
                  <a:lnTo>
                    <a:pt x="15986" y="1845"/>
                  </a:lnTo>
                  <a:lnTo>
                    <a:pt x="15162" y="1365"/>
                  </a:lnTo>
                  <a:lnTo>
                    <a:pt x="14327" y="954"/>
                  </a:lnTo>
                  <a:lnTo>
                    <a:pt x="14327" y="12239"/>
                  </a:lnTo>
                  <a:lnTo>
                    <a:pt x="14200" y="13190"/>
                  </a:lnTo>
                  <a:lnTo>
                    <a:pt x="13867" y="14110"/>
                  </a:lnTo>
                  <a:lnTo>
                    <a:pt x="13325" y="14977"/>
                  </a:lnTo>
                  <a:lnTo>
                    <a:pt x="12525" y="15607"/>
                  </a:lnTo>
                  <a:lnTo>
                    <a:pt x="11585" y="16088"/>
                  </a:lnTo>
                  <a:lnTo>
                    <a:pt x="10580" y="16375"/>
                  </a:lnTo>
                  <a:lnTo>
                    <a:pt x="10163" y="16400"/>
                  </a:lnTo>
                  <a:lnTo>
                    <a:pt x="9751" y="16365"/>
                  </a:lnTo>
                  <a:lnTo>
                    <a:pt x="8716" y="15766"/>
                  </a:lnTo>
                  <a:lnTo>
                    <a:pt x="7682" y="14541"/>
                  </a:lnTo>
                  <a:lnTo>
                    <a:pt x="7187" y="13516"/>
                  </a:lnTo>
                  <a:lnTo>
                    <a:pt x="6829" y="12464"/>
                  </a:lnTo>
                  <a:lnTo>
                    <a:pt x="6604" y="11391"/>
                  </a:lnTo>
                  <a:lnTo>
                    <a:pt x="6506" y="10298"/>
                  </a:lnTo>
                  <a:lnTo>
                    <a:pt x="6553" y="9210"/>
                  </a:lnTo>
                  <a:lnTo>
                    <a:pt x="6758" y="8157"/>
                  </a:lnTo>
                  <a:lnTo>
                    <a:pt x="7132" y="7177"/>
                  </a:lnTo>
                  <a:lnTo>
                    <a:pt x="7687" y="6306"/>
                  </a:lnTo>
                  <a:lnTo>
                    <a:pt x="8434" y="5579"/>
                  </a:lnTo>
                  <a:lnTo>
                    <a:pt x="9468" y="5500"/>
                  </a:lnTo>
                  <a:lnTo>
                    <a:pt x="9856" y="5576"/>
                  </a:lnTo>
                  <a:lnTo>
                    <a:pt x="10974" y="6095"/>
                  </a:lnTo>
                  <a:lnTo>
                    <a:pt x="11846" y="6768"/>
                  </a:lnTo>
                  <a:lnTo>
                    <a:pt x="12561" y="7571"/>
                  </a:lnTo>
                  <a:lnTo>
                    <a:pt x="13140" y="8462"/>
                  </a:lnTo>
                  <a:lnTo>
                    <a:pt x="13607" y="9398"/>
                  </a:lnTo>
                  <a:lnTo>
                    <a:pt x="13983" y="10338"/>
                  </a:lnTo>
                  <a:lnTo>
                    <a:pt x="14253" y="11281"/>
                  </a:lnTo>
                  <a:lnTo>
                    <a:pt x="14327" y="12239"/>
                  </a:lnTo>
                  <a:lnTo>
                    <a:pt x="14327" y="954"/>
                  </a:lnTo>
                  <a:lnTo>
                    <a:pt x="13440" y="594"/>
                  </a:lnTo>
                  <a:lnTo>
                    <a:pt x="12556" y="317"/>
                  </a:lnTo>
                  <a:lnTo>
                    <a:pt x="10776" y="13"/>
                  </a:lnTo>
                  <a:lnTo>
                    <a:pt x="9893" y="0"/>
                  </a:lnTo>
                  <a:lnTo>
                    <a:pt x="9024" y="88"/>
                  </a:lnTo>
                  <a:lnTo>
                    <a:pt x="7357" y="594"/>
                  </a:lnTo>
                  <a:lnTo>
                    <a:pt x="6569" y="1027"/>
                  </a:lnTo>
                  <a:lnTo>
                    <a:pt x="5824" y="1588"/>
                  </a:lnTo>
                  <a:lnTo>
                    <a:pt x="5127" y="2283"/>
                  </a:lnTo>
                  <a:lnTo>
                    <a:pt x="4484" y="3120"/>
                  </a:lnTo>
                  <a:lnTo>
                    <a:pt x="4484" y="3160"/>
                  </a:lnTo>
                  <a:lnTo>
                    <a:pt x="3676" y="3778"/>
                  </a:lnTo>
                  <a:lnTo>
                    <a:pt x="2945" y="4464"/>
                  </a:lnTo>
                  <a:lnTo>
                    <a:pt x="2293" y="5215"/>
                  </a:lnTo>
                  <a:lnTo>
                    <a:pt x="1719" y="6025"/>
                  </a:lnTo>
                  <a:lnTo>
                    <a:pt x="1225" y="6891"/>
                  </a:lnTo>
                  <a:lnTo>
                    <a:pt x="812" y="7807"/>
                  </a:lnTo>
                  <a:lnTo>
                    <a:pt x="480" y="8769"/>
                  </a:lnTo>
                  <a:lnTo>
                    <a:pt x="230" y="9773"/>
                  </a:lnTo>
                  <a:lnTo>
                    <a:pt x="63" y="10814"/>
                  </a:lnTo>
                  <a:lnTo>
                    <a:pt x="0" y="11730"/>
                  </a:lnTo>
                  <a:lnTo>
                    <a:pt x="25" y="12653"/>
                  </a:lnTo>
                  <a:lnTo>
                    <a:pt x="137" y="13575"/>
                  </a:lnTo>
                  <a:lnTo>
                    <a:pt x="335" y="14487"/>
                  </a:lnTo>
                  <a:lnTo>
                    <a:pt x="617" y="15381"/>
                  </a:lnTo>
                  <a:lnTo>
                    <a:pt x="981" y="16249"/>
                  </a:lnTo>
                  <a:lnTo>
                    <a:pt x="1426" y="17081"/>
                  </a:lnTo>
                  <a:lnTo>
                    <a:pt x="1952" y="17869"/>
                  </a:lnTo>
                  <a:lnTo>
                    <a:pt x="2556" y="18605"/>
                  </a:lnTo>
                  <a:lnTo>
                    <a:pt x="3236" y="19281"/>
                  </a:lnTo>
                  <a:lnTo>
                    <a:pt x="3992" y="19887"/>
                  </a:lnTo>
                  <a:lnTo>
                    <a:pt x="4822" y="20416"/>
                  </a:lnTo>
                  <a:lnTo>
                    <a:pt x="5725" y="20859"/>
                  </a:lnTo>
                  <a:lnTo>
                    <a:pt x="6699" y="21207"/>
                  </a:lnTo>
                  <a:lnTo>
                    <a:pt x="7742" y="21452"/>
                  </a:lnTo>
                  <a:lnTo>
                    <a:pt x="8854" y="21586"/>
                  </a:lnTo>
                  <a:lnTo>
                    <a:pt x="10033" y="21600"/>
                  </a:lnTo>
                  <a:lnTo>
                    <a:pt x="11223" y="21510"/>
                  </a:lnTo>
                  <a:lnTo>
                    <a:pt x="12359" y="21334"/>
                  </a:lnTo>
                  <a:lnTo>
                    <a:pt x="13439" y="21077"/>
                  </a:lnTo>
                  <a:lnTo>
                    <a:pt x="14461" y="20743"/>
                  </a:lnTo>
                  <a:lnTo>
                    <a:pt x="15424" y="20337"/>
                  </a:lnTo>
                  <a:lnTo>
                    <a:pt x="16325" y="19863"/>
                  </a:lnTo>
                  <a:lnTo>
                    <a:pt x="17162" y="19326"/>
                  </a:lnTo>
                  <a:lnTo>
                    <a:pt x="17934" y="18732"/>
                  </a:lnTo>
                  <a:lnTo>
                    <a:pt x="18637" y="18083"/>
                  </a:lnTo>
                  <a:lnTo>
                    <a:pt x="19271" y="17385"/>
                  </a:lnTo>
                  <a:lnTo>
                    <a:pt x="19834" y="16643"/>
                  </a:lnTo>
                  <a:lnTo>
                    <a:pt x="19986" y="16400"/>
                  </a:lnTo>
                  <a:lnTo>
                    <a:pt x="20323" y="15862"/>
                  </a:lnTo>
                  <a:lnTo>
                    <a:pt x="20736" y="15045"/>
                  </a:lnTo>
                  <a:lnTo>
                    <a:pt x="21072" y="14198"/>
                  </a:lnTo>
                  <a:lnTo>
                    <a:pt x="21328" y="13324"/>
                  </a:lnTo>
                  <a:lnTo>
                    <a:pt x="21503" y="12430"/>
                  </a:lnTo>
                  <a:lnTo>
                    <a:pt x="21594" y="11519"/>
                  </a:lnTo>
                  <a:lnTo>
                    <a:pt x="21596" y="11281"/>
                  </a:lnTo>
                  <a:lnTo>
                    <a:pt x="21599" y="10814"/>
                  </a:lnTo>
                  <a:lnTo>
                    <a:pt x="21600" y="10595"/>
                  </a:lnTo>
                  <a:close/>
                </a:path>
              </a:pathLst>
            </a:custGeom>
            <a:solidFill>
              <a:srgbClr val="FF4F4F"/>
            </a:solidFill>
            <a:ln w="12700" cap="flat">
              <a:noFill/>
              <a:miter lim="400000"/>
            </a:ln>
            <a:effectLst/>
          </p:spPr>
          <p:txBody>
            <a:bodyPr wrap="square" lIns="45719" tIns="45719" rIns="45719" bIns="45719" numCol="1" anchor="t">
              <a:noAutofit/>
            </a:bodyPr>
            <a:lstStyle/>
            <a:p>
              <a:pPr>
                <a:defRPr sz="1200"/>
              </a:pPr>
              <a:endParaRPr/>
            </a:p>
          </p:txBody>
        </p:sp>
      </p:grpSp>
      <p:sp>
        <p:nvSpPr>
          <p:cNvPr id="315" name="object 7"/>
          <p:cNvSpPr/>
          <p:nvPr/>
        </p:nvSpPr>
        <p:spPr>
          <a:xfrm>
            <a:off x="7560802" y="2967453"/>
            <a:ext cx="683143" cy="750876"/>
          </a:xfrm>
          <a:custGeom>
            <a:avLst/>
            <a:gdLst/>
            <a:ahLst/>
            <a:cxnLst>
              <a:cxn ang="0">
                <a:pos x="wd2" y="hd2"/>
              </a:cxn>
              <a:cxn ang="5400000">
                <a:pos x="wd2" y="hd2"/>
              </a:cxn>
              <a:cxn ang="10800000">
                <a:pos x="wd2" y="hd2"/>
              </a:cxn>
              <a:cxn ang="16200000">
                <a:pos x="wd2" y="hd2"/>
              </a:cxn>
            </a:cxnLst>
            <a:rect l="0" t="0" r="r" b="b"/>
            <a:pathLst>
              <a:path w="21600" h="21600" extrusionOk="0">
                <a:moveTo>
                  <a:pt x="18256" y="21600"/>
                </a:moveTo>
                <a:lnTo>
                  <a:pt x="17058" y="21484"/>
                </a:lnTo>
                <a:lnTo>
                  <a:pt x="15998" y="21237"/>
                </a:lnTo>
                <a:lnTo>
                  <a:pt x="15066" y="20869"/>
                </a:lnTo>
                <a:lnTo>
                  <a:pt x="14257" y="20387"/>
                </a:lnTo>
                <a:lnTo>
                  <a:pt x="13562" y="19802"/>
                </a:lnTo>
                <a:lnTo>
                  <a:pt x="12974" y="19123"/>
                </a:lnTo>
                <a:lnTo>
                  <a:pt x="12485" y="18358"/>
                </a:lnTo>
                <a:lnTo>
                  <a:pt x="11860" y="19043"/>
                </a:lnTo>
                <a:lnTo>
                  <a:pt x="11157" y="19647"/>
                </a:lnTo>
                <a:lnTo>
                  <a:pt x="10366" y="20157"/>
                </a:lnTo>
                <a:lnTo>
                  <a:pt x="9477" y="20558"/>
                </a:lnTo>
                <a:lnTo>
                  <a:pt x="8479" y="20838"/>
                </a:lnTo>
                <a:lnTo>
                  <a:pt x="7363" y="20984"/>
                </a:lnTo>
                <a:lnTo>
                  <a:pt x="6215" y="20986"/>
                </a:lnTo>
                <a:lnTo>
                  <a:pt x="5189" y="20844"/>
                </a:lnTo>
                <a:lnTo>
                  <a:pt x="4277" y="20571"/>
                </a:lnTo>
                <a:lnTo>
                  <a:pt x="3473" y="20180"/>
                </a:lnTo>
                <a:lnTo>
                  <a:pt x="2773" y="19682"/>
                </a:lnTo>
                <a:lnTo>
                  <a:pt x="2168" y="19089"/>
                </a:lnTo>
                <a:lnTo>
                  <a:pt x="1654" y="18413"/>
                </a:lnTo>
                <a:lnTo>
                  <a:pt x="1225" y="17666"/>
                </a:lnTo>
                <a:lnTo>
                  <a:pt x="873" y="16861"/>
                </a:lnTo>
                <a:lnTo>
                  <a:pt x="594" y="16009"/>
                </a:lnTo>
                <a:lnTo>
                  <a:pt x="381" y="15122"/>
                </a:lnTo>
                <a:lnTo>
                  <a:pt x="227" y="14212"/>
                </a:lnTo>
                <a:lnTo>
                  <a:pt x="127" y="13291"/>
                </a:lnTo>
                <a:lnTo>
                  <a:pt x="57" y="12319"/>
                </a:lnTo>
                <a:lnTo>
                  <a:pt x="13" y="11330"/>
                </a:lnTo>
                <a:lnTo>
                  <a:pt x="0" y="10333"/>
                </a:lnTo>
                <a:lnTo>
                  <a:pt x="25" y="9335"/>
                </a:lnTo>
                <a:lnTo>
                  <a:pt x="92" y="8346"/>
                </a:lnTo>
                <a:lnTo>
                  <a:pt x="452" y="5229"/>
                </a:lnTo>
                <a:lnTo>
                  <a:pt x="727" y="4507"/>
                </a:lnTo>
                <a:lnTo>
                  <a:pt x="1547" y="3761"/>
                </a:lnTo>
                <a:lnTo>
                  <a:pt x="2287" y="3560"/>
                </a:lnTo>
                <a:lnTo>
                  <a:pt x="3095" y="3601"/>
                </a:lnTo>
                <a:lnTo>
                  <a:pt x="3908" y="3860"/>
                </a:lnTo>
                <a:lnTo>
                  <a:pt x="4643" y="4459"/>
                </a:lnTo>
                <a:lnTo>
                  <a:pt x="5127" y="5349"/>
                </a:lnTo>
                <a:lnTo>
                  <a:pt x="5428" y="6336"/>
                </a:lnTo>
                <a:lnTo>
                  <a:pt x="5615" y="7226"/>
                </a:lnTo>
                <a:lnTo>
                  <a:pt x="5764" y="8080"/>
                </a:lnTo>
                <a:lnTo>
                  <a:pt x="5878" y="8970"/>
                </a:lnTo>
                <a:lnTo>
                  <a:pt x="6154" y="11766"/>
                </a:lnTo>
                <a:lnTo>
                  <a:pt x="6271" y="12706"/>
                </a:lnTo>
                <a:lnTo>
                  <a:pt x="6424" y="13635"/>
                </a:lnTo>
                <a:lnTo>
                  <a:pt x="6627" y="14541"/>
                </a:lnTo>
                <a:lnTo>
                  <a:pt x="6895" y="15416"/>
                </a:lnTo>
                <a:lnTo>
                  <a:pt x="7241" y="16250"/>
                </a:lnTo>
                <a:lnTo>
                  <a:pt x="7668" y="15412"/>
                </a:lnTo>
                <a:lnTo>
                  <a:pt x="8059" y="14564"/>
                </a:lnTo>
                <a:lnTo>
                  <a:pt x="8415" y="13707"/>
                </a:lnTo>
                <a:lnTo>
                  <a:pt x="8741" y="12845"/>
                </a:lnTo>
                <a:lnTo>
                  <a:pt x="9039" y="11978"/>
                </a:lnTo>
                <a:lnTo>
                  <a:pt x="9314" y="11109"/>
                </a:lnTo>
                <a:lnTo>
                  <a:pt x="9606" y="10120"/>
                </a:lnTo>
                <a:lnTo>
                  <a:pt x="9873" y="9127"/>
                </a:lnTo>
                <a:lnTo>
                  <a:pt x="10123" y="8132"/>
                </a:lnTo>
                <a:lnTo>
                  <a:pt x="10360" y="7136"/>
                </a:lnTo>
                <a:lnTo>
                  <a:pt x="11052" y="4152"/>
                </a:lnTo>
                <a:lnTo>
                  <a:pt x="11296" y="3162"/>
                </a:lnTo>
                <a:lnTo>
                  <a:pt x="11555" y="2177"/>
                </a:lnTo>
                <a:lnTo>
                  <a:pt x="11835" y="1197"/>
                </a:lnTo>
                <a:lnTo>
                  <a:pt x="12913" y="295"/>
                </a:lnTo>
                <a:lnTo>
                  <a:pt x="13832" y="69"/>
                </a:lnTo>
                <a:lnTo>
                  <a:pt x="14848" y="0"/>
                </a:lnTo>
                <a:lnTo>
                  <a:pt x="15843" y="92"/>
                </a:lnTo>
                <a:lnTo>
                  <a:pt x="16700" y="350"/>
                </a:lnTo>
                <a:lnTo>
                  <a:pt x="17300" y="778"/>
                </a:lnTo>
                <a:lnTo>
                  <a:pt x="17526" y="1382"/>
                </a:lnTo>
                <a:lnTo>
                  <a:pt x="17518" y="2264"/>
                </a:lnTo>
                <a:lnTo>
                  <a:pt x="17499" y="3164"/>
                </a:lnTo>
                <a:lnTo>
                  <a:pt x="17445" y="5008"/>
                </a:lnTo>
                <a:lnTo>
                  <a:pt x="17401" y="6891"/>
                </a:lnTo>
                <a:lnTo>
                  <a:pt x="17395" y="7840"/>
                </a:lnTo>
                <a:lnTo>
                  <a:pt x="17406" y="8790"/>
                </a:lnTo>
                <a:lnTo>
                  <a:pt x="17440" y="9738"/>
                </a:lnTo>
                <a:lnTo>
                  <a:pt x="17500" y="10682"/>
                </a:lnTo>
                <a:lnTo>
                  <a:pt x="17591" y="11618"/>
                </a:lnTo>
                <a:lnTo>
                  <a:pt x="17719" y="12544"/>
                </a:lnTo>
                <a:lnTo>
                  <a:pt x="17889" y="13457"/>
                </a:lnTo>
                <a:lnTo>
                  <a:pt x="18104" y="14354"/>
                </a:lnTo>
                <a:lnTo>
                  <a:pt x="18370" y="15233"/>
                </a:lnTo>
                <a:lnTo>
                  <a:pt x="18692" y="16089"/>
                </a:lnTo>
                <a:lnTo>
                  <a:pt x="19075" y="16922"/>
                </a:lnTo>
                <a:lnTo>
                  <a:pt x="19523" y="17727"/>
                </a:lnTo>
                <a:lnTo>
                  <a:pt x="20041" y="18501"/>
                </a:lnTo>
                <a:lnTo>
                  <a:pt x="20634" y="19243"/>
                </a:lnTo>
                <a:lnTo>
                  <a:pt x="21307" y="19949"/>
                </a:lnTo>
                <a:lnTo>
                  <a:pt x="21600" y="20609"/>
                </a:lnTo>
                <a:lnTo>
                  <a:pt x="21154" y="21095"/>
                </a:lnTo>
                <a:lnTo>
                  <a:pt x="20358" y="21415"/>
                </a:lnTo>
                <a:lnTo>
                  <a:pt x="19599" y="21576"/>
                </a:lnTo>
                <a:lnTo>
                  <a:pt x="18256" y="21600"/>
                </a:lnTo>
                <a:close/>
              </a:path>
            </a:pathLst>
          </a:custGeom>
          <a:solidFill>
            <a:srgbClr val="FF4F4F"/>
          </a:solidFill>
          <a:ln w="12700">
            <a:miter lim="400000"/>
          </a:ln>
        </p:spPr>
        <p:txBody>
          <a:bodyPr lIns="45719" rIns="45719"/>
          <a:lstStyle/>
          <a:p>
            <a:pPr>
              <a:defRPr sz="1200"/>
            </a:pPr>
            <a:endParaRPr/>
          </a:p>
        </p:txBody>
      </p:sp>
      <p:sp>
        <p:nvSpPr>
          <p:cNvPr id="316" name="Straight Connector 7"/>
          <p:cNvSpPr/>
          <p:nvPr/>
        </p:nvSpPr>
        <p:spPr>
          <a:xfrm>
            <a:off x="273897" y="1307690"/>
            <a:ext cx="11916001" cy="1"/>
          </a:xfrm>
          <a:prstGeom prst="line">
            <a:avLst/>
          </a:prstGeom>
          <a:ln w="25400">
            <a:solidFill>
              <a:srgbClr val="FF0000"/>
            </a:solidFill>
            <a:miter/>
          </a:ln>
        </p:spPr>
        <p:txBody>
          <a:bodyPr lIns="45719" rIns="45719"/>
          <a:lstStyle/>
          <a:p>
            <a:endParaRP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713</Words>
  <Application>Microsoft Office PowerPoint</Application>
  <PresentationFormat>Widescreen</PresentationFormat>
  <Paragraphs>77</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Times New Roman</vt:lpstr>
      <vt:lpstr>Office Theme</vt:lpstr>
      <vt:lpstr>Sanjivani College of Engineering, Kopargaon-423603</vt:lpstr>
      <vt:lpstr>Group Members :</vt:lpstr>
      <vt:lpstr>Introduction : </vt:lpstr>
      <vt:lpstr>Functional Requirements : </vt:lpstr>
      <vt:lpstr>Non Functional Requirements : </vt:lpstr>
      <vt:lpstr>Use Case Diagram : </vt:lpstr>
      <vt:lpstr>Analysis Class Diagram : </vt:lpstr>
      <vt:lpstr>Sequence Diagram – </vt:lpstr>
      <vt:lpstr> </vt:lpstr>
      <vt:lpstr>Activity Diagram : </vt:lpstr>
      <vt:lpstr>State Machine Diagram : </vt:lpstr>
      <vt:lpstr>Component Diagram : </vt:lpstr>
      <vt:lpstr>Collaboration Diagram : </vt:lpstr>
      <vt:lpstr>Deployment Diagram : </vt:lpstr>
      <vt:lpstr>Data Flow Diagram (DFD):</vt:lpstr>
      <vt:lpstr>Control Flow Diagram (CFD):</vt:lpstr>
      <vt:lpstr>Conclusion: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Ramkrushn Kadam</dc:creator>
  <cp:lastModifiedBy>Ramkrushn Kadam</cp:lastModifiedBy>
  <cp:revision>2</cp:revision>
  <dcterms:modified xsi:type="dcterms:W3CDTF">2026-04-24T06:11:26Z</dcterms:modified>
</cp:coreProperties>
</file>